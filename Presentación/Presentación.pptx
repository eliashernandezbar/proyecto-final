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310" r:id="rId5"/>
    <p:sldId id="315" r:id="rId6"/>
    <p:sldId id="306" r:id="rId7"/>
    <p:sldId id="316" r:id="rId8"/>
    <p:sldId id="318" r:id="rId9"/>
    <p:sldId id="317" r:id="rId10"/>
    <p:sldId id="319" r:id="rId11"/>
    <p:sldId id="322" r:id="rId12"/>
    <p:sldId id="323" r:id="rId13"/>
    <p:sldId id="324" r:id="rId14"/>
    <p:sldId id="325" r:id="rId15"/>
    <p:sldId id="326" r:id="rId16"/>
  </p:sldIdLst>
  <p:sldSz cx="12192000" cy="6858000"/>
  <p:notesSz cx="6858000" cy="9144000"/>
  <p:defaultTextStyle>
    <a:defPPr rtl="0">
      <a:defRPr lang="es-ES"/>
    </a:defPPr>
    <a:lvl1pPr marL="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FAE8"/>
    <a:srgbClr val="4769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DCAF9ED-07DC-4A11-8D7F-57B35C25682E}"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3" autoAdjust="0"/>
    <p:restoredTop sz="95394" autoAdjust="0"/>
  </p:normalViewPr>
  <p:slideViewPr>
    <p:cSldViewPr snapToGrid="0">
      <p:cViewPr varScale="1">
        <p:scale>
          <a:sx n="81" d="100"/>
          <a:sy n="81" d="100"/>
        </p:scale>
        <p:origin x="114" y="64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0" d="100"/>
        <a:sy n="60" d="100"/>
      </p:scale>
      <p:origin x="0" y="0"/>
    </p:cViewPr>
  </p:sorterViewPr>
  <p:notesViewPr>
    <p:cSldViewPr snapToGrid="0">
      <p:cViewPr varScale="1">
        <p:scale>
          <a:sx n="97" d="100"/>
          <a:sy n="97" d="100"/>
        </p:scale>
        <p:origin x="3618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6AA3114B-0CDD-4419-A4DE-E0C29A2AE1A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FC25048-78D1-4821-8E2B-7A77CCA12F8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es-ES" sz="1200"/>
            </a:lvl1pPr>
          </a:lstStyle>
          <a:p>
            <a:pPr rtl="0"/>
            <a:fld id="{9347C1C4-E474-4240-93E7-DFB7421C2C11}" type="datetime1">
              <a:rPr lang="es-ES" smtClean="0"/>
              <a:t>26/06/2026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1924695-047D-4CC8-8801-1AA37457E73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0F00293-63F6-438D-A9A8-024975FD55F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s-ES" sz="1200"/>
            </a:lvl1pPr>
          </a:lstStyle>
          <a:p>
            <a:pPr rtl="0"/>
            <a:fld id="{DD56CFAD-C154-4C9C-AD01-665A5055065E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9787910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es-ES" sz="1200"/>
            </a:lvl1pPr>
          </a:lstStyle>
          <a:p>
            <a:pPr rtl="0"/>
            <a:endParaRPr lang="es-ES" noProof="0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es-ES" sz="1200"/>
            </a:lvl1pPr>
          </a:lstStyle>
          <a:p>
            <a:pPr rtl="0"/>
            <a:fld id="{424FCACF-6754-467E-9E88-CC384D668E81}" type="datetime1">
              <a:rPr lang="es-ES" smtClean="0"/>
              <a:t>26/06/2026</a:t>
            </a:fld>
            <a:endParaRPr lang="es-ES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es-ES"/>
            </a:defPPr>
          </a:lstStyle>
          <a:p>
            <a:pPr rtl="0"/>
            <a:endParaRPr lang="es-ES" noProof="0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es-ES"/>
            </a:def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es-ES" sz="1200"/>
            </a:lvl1pPr>
          </a:lstStyle>
          <a:p>
            <a:pPr rtl="0"/>
            <a:endParaRPr lang="es-ES" noProof="0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s-ES" sz="1200"/>
            </a:lvl1pPr>
          </a:lstStyle>
          <a:p>
            <a:pPr rtl="0"/>
            <a:fld id="{F5B62BC0-7DC4-4569-951D-2BB9475345C6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34464158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F5B62BC0-7DC4-4569-951D-2BB9475345C6}" type="slidenum">
              <a:rPr lang="es-ES" noProof="0" smtClean="0"/>
              <a:t>1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9373674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D256BC-1309-8581-BCA0-D1B82775F2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E93A2E8-BE89-5760-D0C3-A15BE52A97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17EA60F-C8CF-8080-742F-64044E423B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BC6D426-4021-E3F6-1AD5-0E726A8277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F5B62BC0-7DC4-4569-951D-2BB9475345C6}" type="slidenum">
              <a:rPr lang="es-ES" noProof="0" smtClean="0"/>
              <a:t>2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1085800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F5B62BC0-7DC4-4569-951D-2BB9475345C6}" type="slidenum">
              <a:rPr lang="es-ES" noProof="0" smtClean="0"/>
              <a:t>3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8673428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AFCBBD-0227-08F6-EE38-C106AC0044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B95C2EE-A396-8F68-3D57-6F8BAAE64A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01533C3-B66A-78F0-5D10-B6F04D08D8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D80790C-42EF-0841-1624-CC5628E3CB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F5B62BC0-7DC4-4569-951D-2BB9475345C6}" type="slidenum">
              <a:rPr lang="es-ES" noProof="0" smtClean="0"/>
              <a:t>10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0819904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583AD5-7E08-969E-9978-14FC9CB35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6BD4C2B-E6B2-C1C3-2AFF-4DC45120F1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A70801B-1E43-87F8-6418-7FF197F319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8A523E5-E9FC-3AE7-0E89-C93430FCE5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F5B62BC0-7DC4-4569-951D-2BB9475345C6}" type="slidenum">
              <a:rPr lang="es-ES" noProof="0" smtClean="0"/>
              <a:t>11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4785211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A6AA14-2C9C-2048-A768-ADA40D961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72043D1-3E42-1392-24F8-3BC89B24C9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2B3E1CE-F808-702D-21A7-4738D2210C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F3BEF1F-3095-5FEC-6A77-DC19562745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F5B62BC0-7DC4-4569-951D-2BB9475345C6}" type="slidenum">
              <a:rPr lang="es-ES" noProof="0" smtClean="0"/>
              <a:t>12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3251966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">
    <p:bg>
      <p:bgPr>
        <a:solidFill>
          <a:schemeClr val="accent4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posición de imagen 7">
            <a:extLst>
              <a:ext uri="{FF2B5EF4-FFF2-40B4-BE49-F238E27FC236}">
                <a16:creationId xmlns:a16="http://schemas.microsoft.com/office/drawing/2014/main" id="{02728A58-8DE2-4B1C-B6CA-F2AED56F450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-2"/>
            <a:ext cx="12192000" cy="6858000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s-ES">
                <a:solidFill>
                  <a:schemeClr val="bg1"/>
                </a:solidFill>
              </a:defRPr>
            </a:lvl1pPr>
          </a:lstStyle>
          <a:p>
            <a:pPr rtl="0"/>
            <a:r>
              <a:rPr lang="es-ES" dirty="0"/>
              <a:t>Haga clic para agregar foto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69D7CAC-EE78-4BAE-94EA-EBE4BB1181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9909" y="2335192"/>
            <a:ext cx="9792182" cy="2187616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lIns="914400" tIns="91440" rIns="914400" rtlCol="0" anchor="ctr"/>
          <a:lstStyle>
            <a:lvl1pPr algn="ctr">
              <a:defRPr lang="es-ES" sz="5400" b="1" cap="all" spc="100" baseline="0">
                <a:solidFill>
                  <a:schemeClr val="accent1"/>
                </a:solidFill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</p:spTree>
    <p:extLst>
      <p:ext uri="{BB962C8B-B14F-4D97-AF65-F5344CB8AC3E}">
        <p14:creationId xmlns:p14="http://schemas.microsoft.com/office/powerpoint/2010/main" val="11483287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">
    <p:bg>
      <p:bgPr>
        <a:solidFill>
          <a:schemeClr val="accent5"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Marcador de posición de imagen 8">
            <a:extLst>
              <a:ext uri="{FF2B5EF4-FFF2-40B4-BE49-F238E27FC236}">
                <a16:creationId xmlns:a16="http://schemas.microsoft.com/office/drawing/2014/main" id="{50298920-F98C-4AFF-A39F-BB5644F96EB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6772276" cy="6858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rtlCol="0"/>
          <a:lstStyle>
            <a:lvl1pPr marL="0" indent="0" algn="ctr">
              <a:buNone/>
              <a:defRPr lang="es-ES">
                <a:solidFill>
                  <a:schemeClr val="tx1"/>
                </a:solidFill>
              </a:defRPr>
            </a:lvl1pPr>
          </a:lstStyle>
          <a:p>
            <a:pPr rtl="0"/>
            <a:r>
              <a:rPr lang="es-ES" dirty="0"/>
              <a:t>Haga clic para agregar una foto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D906EC1-D867-4113-B1E4-72ADCC4B15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24747" y="2365057"/>
            <a:ext cx="4377400" cy="2160644"/>
          </a:xfrm>
          <a:prstGeom prst="rect">
            <a:avLst/>
          </a:prstGeom>
          <a:gradFill>
            <a:gsLst>
              <a:gs pos="50000">
                <a:schemeClr val="accent1">
                  <a:lumMod val="5000"/>
                  <a:lumOff val="95000"/>
                  <a:alpha val="0"/>
                </a:schemeClr>
              </a:gs>
              <a:gs pos="50000">
                <a:schemeClr val="accent5">
                  <a:alpha val="10000"/>
                </a:schemeClr>
              </a:gs>
            </a:gsLst>
            <a:lin ang="0" scaled="0"/>
          </a:gradFill>
          <a:ln w="28575">
            <a:solidFill>
              <a:schemeClr val="bg1"/>
            </a:solidFill>
          </a:ln>
        </p:spPr>
        <p:txBody>
          <a:bodyPr rtlCol="0" anchor="ctr"/>
          <a:lstStyle>
            <a:lvl1pPr algn="ctr">
              <a:defRPr lang="es-ES" sz="2400" cap="all" spc="10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Agregar título</a:t>
            </a:r>
          </a:p>
        </p:txBody>
      </p:sp>
      <p:sp>
        <p:nvSpPr>
          <p:cNvPr id="12" name="Marcador de texto 11">
            <a:extLst>
              <a:ext uri="{FF2B5EF4-FFF2-40B4-BE49-F238E27FC236}">
                <a16:creationId xmlns:a16="http://schemas.microsoft.com/office/drawing/2014/main" id="{FB3EFFF7-FFC6-16DF-B4AB-DD5A1A1DA92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27896" y="0"/>
            <a:ext cx="3344379" cy="6858000"/>
          </a:xfrm>
          <a:custGeom>
            <a:avLst/>
            <a:gdLst>
              <a:gd name="connsiteX0" fmla="*/ 0 w 3344379"/>
              <a:gd name="connsiteY0" fmla="*/ 0 h 6858000"/>
              <a:gd name="connsiteX1" fmla="*/ 3344379 w 3344379"/>
              <a:gd name="connsiteY1" fmla="*/ 0 h 6858000"/>
              <a:gd name="connsiteX2" fmla="*/ 3344379 w 3344379"/>
              <a:gd name="connsiteY2" fmla="*/ 6858000 h 6858000"/>
              <a:gd name="connsiteX3" fmla="*/ 0 w 3344379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44379" h="6858000">
                <a:moveTo>
                  <a:pt x="0" y="0"/>
                </a:moveTo>
                <a:lnTo>
                  <a:pt x="3344379" y="0"/>
                </a:lnTo>
                <a:lnTo>
                  <a:pt x="3344379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5">
              <a:alpha val="10000"/>
            </a:schemeClr>
          </a:solidFill>
        </p:spPr>
        <p:txBody>
          <a:bodyPr wrap="square" rtlCol="0">
            <a:noAutofit/>
          </a:bodyPr>
          <a:lstStyle>
            <a:lvl1pPr marL="0" indent="0">
              <a:buNone/>
              <a:defRPr lang="es-ES">
                <a:noFill/>
              </a:defRPr>
            </a:lvl1pPr>
          </a:lstStyle>
          <a:p>
            <a:pPr lvl="0" rtl="0"/>
            <a:r>
              <a:rPr lang="es-ES"/>
              <a:t>En blanco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DE6E802E-B214-0AE3-69C8-CBCA885C70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835900" y="2071688"/>
            <a:ext cx="3773488" cy="2732087"/>
          </a:xfrm>
          <a:prstGeom prst="rect">
            <a:avLst/>
          </a:prstGeom>
        </p:spPr>
        <p:txBody>
          <a:bodyPr rtlCol="0" anchor="ctr"/>
          <a:lstStyle>
            <a:lvl1pPr marL="0" indent="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lang="es-ES" sz="1800" spc="100" baseline="0"/>
            </a:lvl1pPr>
            <a:lvl2pPr marL="457200" indent="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lang="es-ES" sz="1800" spc="100" baseline="0"/>
            </a:lvl2pPr>
            <a:lvl3pPr marL="914400" indent="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lang="es-ES" sz="1800" spc="100" baseline="0"/>
            </a:lvl3pPr>
            <a:lvl4pPr marL="1371600" indent="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lang="es-ES" sz="1800" spc="100" baseline="0"/>
            </a:lvl4pPr>
            <a:lvl5pPr marL="1828800" indent="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lang="es-ES" sz="1800" spc="100" baseline="0"/>
            </a:lvl5pPr>
          </a:lstStyle>
          <a:p>
            <a:pPr lvl="0" rtl="0"/>
            <a:r>
              <a:rPr lang="es-ES"/>
              <a:t>Haga clic para agregar texto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8" name="Marcador de fecha 3">
            <a:extLst>
              <a:ext uri="{FF2B5EF4-FFF2-40B4-BE49-F238E27FC236}">
                <a16:creationId xmlns:a16="http://schemas.microsoft.com/office/drawing/2014/main" id="{E0398655-42A6-4DBC-9542-9A8D10B44A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15906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s-ES" sz="1200" spc="1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rtl="0"/>
            <a:r>
              <a:rPr lang="es-ES" dirty="0"/>
              <a:t>20XX</a:t>
            </a:r>
          </a:p>
        </p:txBody>
      </p:sp>
      <p:sp>
        <p:nvSpPr>
          <p:cNvPr id="9" name="Marcador de pie de página 4">
            <a:extLst>
              <a:ext uri="{FF2B5EF4-FFF2-40B4-BE49-F238E27FC236}">
                <a16:creationId xmlns:a16="http://schemas.microsoft.com/office/drawing/2014/main" id="{1FF7C44B-1689-4CA8-B0BC-0671EA1275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473608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s-ES" sz="1200" b="1" i="0" cap="all" spc="100" baseline="0">
                <a:solidFill>
                  <a:schemeClr val="bg2">
                    <a:lumMod val="50000"/>
                  </a:schemeClr>
                </a:solidFill>
                <a:effectLst/>
                <a:latin typeface="+mj-lt"/>
              </a:defRPr>
            </a:lvl1pPr>
          </a:lstStyle>
          <a:p>
            <a:pPr rtl="0"/>
            <a:r>
              <a:rPr lang="es-ES" dirty="0"/>
              <a:t>Presentación de lanzamiento</a:t>
            </a:r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7D6105C8-7607-448C-9CD2-9CA33B49B4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791700" y="6356350"/>
            <a:ext cx="1562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s-ES" sz="1200" spc="100" baseline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rtl="0"/>
            <a:fld id="{EA87306C-81BA-4795-A5CA-9392456A8C1E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0042380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ivisoria 2">
    <p:bg>
      <p:bgPr>
        <a:solidFill>
          <a:schemeClr val="accent4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posición de imagen 7">
            <a:extLst>
              <a:ext uri="{FF2B5EF4-FFF2-40B4-BE49-F238E27FC236}">
                <a16:creationId xmlns:a16="http://schemas.microsoft.com/office/drawing/2014/main" id="{02728A58-8DE2-4B1C-B6CA-F2AED56F450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-2"/>
            <a:ext cx="12192000" cy="6858000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s-ES">
                <a:solidFill>
                  <a:schemeClr val="bg1"/>
                </a:solidFill>
              </a:defRPr>
            </a:lvl1pPr>
          </a:lstStyle>
          <a:p>
            <a:pPr rtl="0"/>
            <a:r>
              <a:rPr lang="es-ES" dirty="0"/>
              <a:t>Haga clic para agregar foto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69D7CAC-EE78-4BAE-94EA-EBE4BB1181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9909" y="2335192"/>
            <a:ext cx="9792182" cy="2187616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txBody>
          <a:bodyPr lIns="914400" tIns="182880" rIns="914400" rtlCol="0" anchor="ctr"/>
          <a:lstStyle>
            <a:lvl1pPr algn="ctr">
              <a:defRPr lang="es-ES" sz="5400" b="1" cap="all" spc="100" baseline="0">
                <a:solidFill>
                  <a:schemeClr val="accent5"/>
                </a:solidFill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</p:spTree>
    <p:extLst>
      <p:ext uri="{BB962C8B-B14F-4D97-AF65-F5344CB8AC3E}">
        <p14:creationId xmlns:p14="http://schemas.microsoft.com/office/powerpoint/2010/main" val="17371290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de sección">
    <p:bg>
      <p:bgPr>
        <a:solidFill>
          <a:schemeClr val="accent5"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ECC6C658-B6F5-98D2-4D95-EA3030D6F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0322" y="-7084"/>
            <a:ext cx="12212321" cy="6858000"/>
          </a:xfrm>
          <a:prstGeom prst="rect">
            <a:avLst/>
          </a:prstGeom>
          <a:solidFill>
            <a:schemeClr val="accent5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39AED10-F37C-48B3-A407-EDC6878C71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50065" y="2372810"/>
            <a:ext cx="4352081" cy="2129742"/>
          </a:xfrm>
          <a:prstGeom prst="rect">
            <a:avLst/>
          </a:prstGeom>
          <a:ln w="28575">
            <a:solidFill>
              <a:schemeClr val="accent4">
                <a:lumMod val="50000"/>
              </a:schemeClr>
            </a:solidFill>
          </a:ln>
        </p:spPr>
        <p:txBody>
          <a:bodyPr rtlCol="0" anchor="ctr"/>
          <a:lstStyle>
            <a:lvl1pPr algn="ctr">
              <a:defRPr lang="es-ES" sz="2400" cap="all" spc="100" baseline="0">
                <a:solidFill>
                  <a:schemeClr val="accent4">
                    <a:lumMod val="50000"/>
                  </a:schemeClr>
                </a:solidFill>
              </a:defRPr>
            </a:lvl1pPr>
          </a:lstStyle>
          <a:p>
            <a:pPr rtl="0"/>
            <a:r>
              <a:rPr lang="es-ES"/>
              <a:t>Agregar título</a:t>
            </a:r>
          </a:p>
        </p:txBody>
      </p:sp>
      <p:sp>
        <p:nvSpPr>
          <p:cNvPr id="9" name="Marcador de posición de imagen 8">
            <a:extLst>
              <a:ext uri="{FF2B5EF4-FFF2-40B4-BE49-F238E27FC236}">
                <a16:creationId xmlns:a16="http://schemas.microsoft.com/office/drawing/2014/main" id="{0ED8B338-CD86-47FF-A4B9-9EE6A11AFBF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789480" y="0"/>
            <a:ext cx="5394960" cy="6858000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s-ES"/>
            </a:lvl1pPr>
          </a:lstStyle>
          <a:p>
            <a:pPr rtl="0"/>
            <a:r>
              <a:rPr lang="es-ES" dirty="0"/>
              <a:t>Haga clic para agregar foto</a:t>
            </a:r>
          </a:p>
        </p:txBody>
      </p:sp>
      <p:sp>
        <p:nvSpPr>
          <p:cNvPr id="15" name="Marcador de fecha 2">
            <a:extLst>
              <a:ext uri="{FF2B5EF4-FFF2-40B4-BE49-F238E27FC236}">
                <a16:creationId xmlns:a16="http://schemas.microsoft.com/office/drawing/2014/main" id="{19507D12-915D-42C7-9250-F3912C1CAEB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rtlCol="0"/>
          <a:lstStyle>
            <a:lvl1pPr>
              <a:defRPr lang="es-ES"/>
            </a:lvl1pPr>
          </a:lstStyle>
          <a:p>
            <a:pPr rtl="0"/>
            <a:r>
              <a:rPr lang="es-ES" dirty="0"/>
              <a:t>20XX</a:t>
            </a:r>
          </a:p>
        </p:txBody>
      </p:sp>
      <p:sp>
        <p:nvSpPr>
          <p:cNvPr id="12" name="Marcador de pie de página 4">
            <a:extLst>
              <a:ext uri="{FF2B5EF4-FFF2-40B4-BE49-F238E27FC236}">
                <a16:creationId xmlns:a16="http://schemas.microsoft.com/office/drawing/2014/main" id="{14520C17-104B-4F9D-B1D8-2FA4676B3C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473608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s-ES" sz="1200" b="1" i="0" cap="all" spc="1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pPr rtl="0"/>
            <a:r>
              <a:rPr lang="es-ES" dirty="0"/>
              <a:t>Presentación de lanzamiento</a:t>
            </a:r>
          </a:p>
        </p:txBody>
      </p:sp>
      <p:sp>
        <p:nvSpPr>
          <p:cNvPr id="13" name="Marcador de número de diapositiva 5">
            <a:extLst>
              <a:ext uri="{FF2B5EF4-FFF2-40B4-BE49-F238E27FC236}">
                <a16:creationId xmlns:a16="http://schemas.microsoft.com/office/drawing/2014/main" id="{219F9CF7-C4CD-4EEB-A49F-1820A981A2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791700" y="6356350"/>
            <a:ext cx="1562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s-ES" sz="1200" spc="1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rtl="0"/>
            <a:fld id="{EA87306C-81BA-4795-A5CA-9392456A8C1E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6713335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ble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0C3FAF69-7EBE-817B-DCEA-4A1595820E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-7515"/>
            <a:ext cx="4661648" cy="6871651"/>
          </a:xfrm>
          <a:prstGeom prst="rect">
            <a:avLst/>
          </a:prstGeom>
          <a:solidFill>
            <a:srgbClr val="4769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720FC4D-FDE2-42C3-B907-27B071B649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6608" y="804862"/>
            <a:ext cx="3401992" cy="5121375"/>
          </a:xfrm>
          <a:prstGeom prst="rect">
            <a:avLst/>
          </a:prstGeom>
          <a:ln w="28575">
            <a:noFill/>
          </a:ln>
        </p:spPr>
        <p:txBody>
          <a:bodyPr rtlCol="0" anchor="ctr"/>
          <a:lstStyle>
            <a:lvl1pPr algn="ctr">
              <a:defRPr lang="es-ES" sz="2400" cap="all" spc="10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Título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F4F9403-8AE5-DF79-EFCF-E99EABB83417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579338" y="804863"/>
            <a:ext cx="5716587" cy="5248276"/>
          </a:xfrm>
          <a:prstGeom prst="rect">
            <a:avLst/>
          </a:prstGeom>
        </p:spPr>
        <p:txBody>
          <a:bodyPr rtlCol="0" anchor="ctr"/>
          <a:lstStyle>
            <a:lvl1pPr marL="283464" indent="-283464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defRPr lang="es-ES" sz="1800"/>
            </a:lvl1pPr>
            <a:lvl2pPr marL="731520" indent="-283464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defRPr lang="es-ES" sz="1800"/>
            </a:lvl2pPr>
            <a:lvl3pPr marL="1097280" indent="-283464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defRPr lang="es-ES" sz="1800"/>
            </a:lvl3pPr>
            <a:lvl4pPr marL="1463040" indent="-283464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defRPr lang="es-ES" sz="1800"/>
            </a:lvl4pPr>
            <a:lvl5pPr marL="1828800" indent="-283464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defRPr lang="es-ES" sz="18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16" name="Marcador de fecha 3">
            <a:extLst>
              <a:ext uri="{FF2B5EF4-FFF2-40B4-BE49-F238E27FC236}">
                <a16:creationId xmlns:a16="http://schemas.microsoft.com/office/drawing/2014/main" id="{D38E30C9-543F-4532-B571-2F2EF52E7A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s-ES" sz="1200" spc="100" baseline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rtl="0"/>
            <a:r>
              <a:rPr lang="es-ES" dirty="0"/>
              <a:t>20XX</a:t>
            </a:r>
          </a:p>
        </p:txBody>
      </p:sp>
      <p:sp>
        <p:nvSpPr>
          <p:cNvPr id="17" name="Marcador de pie de página 4">
            <a:extLst>
              <a:ext uri="{FF2B5EF4-FFF2-40B4-BE49-F238E27FC236}">
                <a16:creationId xmlns:a16="http://schemas.microsoft.com/office/drawing/2014/main" id="{9E2F8B6B-A63E-448F-86E5-CF3F12A297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s-ES" sz="1200" b="1" i="0" cap="all" spc="100" baseline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 rtl="0"/>
            <a:r>
              <a:rPr lang="es-ES" dirty="0"/>
              <a:t>Presentación de lanzamiento</a:t>
            </a:r>
          </a:p>
        </p:txBody>
      </p:sp>
      <p:sp>
        <p:nvSpPr>
          <p:cNvPr id="18" name="Marcador de número de diapositiva 5">
            <a:extLst>
              <a:ext uri="{FF2B5EF4-FFF2-40B4-BE49-F238E27FC236}">
                <a16:creationId xmlns:a16="http://schemas.microsoft.com/office/drawing/2014/main" id="{5EC1D779-DE8A-45DF-9A79-70F63DD68B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s-ES" sz="1200" spc="100" baseline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rtl="0"/>
            <a:fld id="{EA87306C-81BA-4795-A5CA-9392456A8C1E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4764910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imagen">
    <p:bg>
      <p:bgPr>
        <a:solidFill>
          <a:schemeClr val="accent5"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9AED10-F37C-48B3-A407-EDC6878C71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47727" y="2060294"/>
            <a:ext cx="4359795" cy="2141316"/>
          </a:xfrm>
          <a:prstGeom prst="rect">
            <a:avLst/>
          </a:prstGeom>
          <a:ln w="28575">
            <a:solidFill>
              <a:schemeClr val="accent4">
                <a:lumMod val="50000"/>
              </a:schemeClr>
            </a:solidFill>
          </a:ln>
        </p:spPr>
        <p:txBody>
          <a:bodyPr rtlCol="0" anchor="ctr"/>
          <a:lstStyle>
            <a:lvl1pPr algn="ctr">
              <a:defRPr lang="es-ES" sz="2400" cap="all" spc="100" baseline="0">
                <a:solidFill>
                  <a:schemeClr val="accent4">
                    <a:lumMod val="50000"/>
                  </a:schemeClr>
                </a:solidFill>
              </a:defRPr>
            </a:lvl1pPr>
          </a:lstStyle>
          <a:p>
            <a:pPr rtl="0"/>
            <a:r>
              <a:rPr lang="es-ES"/>
              <a:t>Agregar título</a:t>
            </a:r>
          </a:p>
        </p:txBody>
      </p:sp>
      <p:sp>
        <p:nvSpPr>
          <p:cNvPr id="9" name="Marcador de posición de imagen 8">
            <a:extLst>
              <a:ext uri="{FF2B5EF4-FFF2-40B4-BE49-F238E27FC236}">
                <a16:creationId xmlns:a16="http://schemas.microsoft.com/office/drawing/2014/main" id="{0ED8B338-CD86-47FF-A4B9-9EE6A11AFBF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-9009"/>
            <a:ext cx="5521124" cy="6878584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s-ES"/>
            </a:lvl1pPr>
          </a:lstStyle>
          <a:p>
            <a:pPr rtl="0"/>
            <a:r>
              <a:rPr lang="es-ES" dirty="0"/>
              <a:t>Haga clic para agregar foto</a:t>
            </a:r>
          </a:p>
        </p:txBody>
      </p:sp>
      <p:sp>
        <p:nvSpPr>
          <p:cNvPr id="7" name="Marcador de texto 10">
            <a:extLst>
              <a:ext uri="{FF2B5EF4-FFF2-40B4-BE49-F238E27FC236}">
                <a16:creationId xmlns:a16="http://schemas.microsoft.com/office/drawing/2014/main" id="{F20D097E-45D7-422E-A8D1-635C7DE9A99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70878" y="4550199"/>
            <a:ext cx="4359795" cy="1790164"/>
          </a:xfrm>
          <a:prstGeom prst="rect">
            <a:avLst/>
          </a:prstGeom>
        </p:spPr>
        <p:txBody>
          <a:bodyPr rtlCol="0" anchor="t"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lang="es-ES" sz="1800" b="1" cap="all" spc="100" baseline="0">
                <a:solidFill>
                  <a:schemeClr val="accent4">
                    <a:lumMod val="50000"/>
                  </a:schemeClr>
                </a:solidFill>
                <a:latin typeface="+mn-lt"/>
              </a:defRPr>
            </a:lvl1pPr>
          </a:lstStyle>
          <a:p>
            <a:pPr lvl="0" rtl="0"/>
            <a:r>
              <a:rPr lang="es-ES"/>
              <a:t>Haga clic para agregar texto</a:t>
            </a:r>
          </a:p>
        </p:txBody>
      </p:sp>
      <p:sp>
        <p:nvSpPr>
          <p:cNvPr id="15" name="Marcador de fecha 2">
            <a:extLst>
              <a:ext uri="{FF2B5EF4-FFF2-40B4-BE49-F238E27FC236}">
                <a16:creationId xmlns:a16="http://schemas.microsoft.com/office/drawing/2014/main" id="{19507D12-915D-42C7-9250-F3912C1CAEB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rtlCol="0"/>
          <a:lstStyle>
            <a:lvl1pPr>
              <a:defRPr lang="es-ES"/>
            </a:lvl1pPr>
          </a:lstStyle>
          <a:p>
            <a:pPr rtl="0"/>
            <a:r>
              <a:rPr lang="es-ES" dirty="0"/>
              <a:t>20XX</a:t>
            </a:r>
          </a:p>
        </p:txBody>
      </p:sp>
      <p:sp>
        <p:nvSpPr>
          <p:cNvPr id="12" name="Marcador de pie de página 4">
            <a:extLst>
              <a:ext uri="{FF2B5EF4-FFF2-40B4-BE49-F238E27FC236}">
                <a16:creationId xmlns:a16="http://schemas.microsoft.com/office/drawing/2014/main" id="{14520C17-104B-4F9D-B1D8-2FA4676B3C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473608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s-ES" sz="1200" b="1" i="0" cap="all" spc="1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pPr rtl="0"/>
            <a:r>
              <a:rPr lang="es-ES" dirty="0"/>
              <a:t>Presentación de lanzamiento</a:t>
            </a:r>
          </a:p>
        </p:txBody>
      </p:sp>
      <p:sp>
        <p:nvSpPr>
          <p:cNvPr id="13" name="Marcador de número de diapositiva 5">
            <a:extLst>
              <a:ext uri="{FF2B5EF4-FFF2-40B4-BE49-F238E27FC236}">
                <a16:creationId xmlns:a16="http://schemas.microsoft.com/office/drawing/2014/main" id="{219F9CF7-C4CD-4EEB-A49F-1820A981A2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791700" y="6356350"/>
            <a:ext cx="1562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s-ES" sz="1200" spc="1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rtl="0"/>
            <a:fld id="{EA87306C-81BA-4795-A5CA-9392456A8C1E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001912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u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3A5AC9-F6E1-46F9-8810-475475E17B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34980" y="706056"/>
            <a:ext cx="6323957" cy="1088020"/>
          </a:xfrm>
          <a:prstGeom prst="rect">
            <a:avLst/>
          </a:prstGeom>
          <a:ln w="28575">
            <a:solidFill>
              <a:schemeClr val="accent2"/>
            </a:solidFill>
          </a:ln>
        </p:spPr>
        <p:txBody>
          <a:bodyPr rtlCol="0" anchor="ctr"/>
          <a:lstStyle>
            <a:lvl1pPr algn="ctr">
              <a:defRPr lang="es-ES" sz="2400" cap="all" spc="100" baseline="0">
                <a:solidFill>
                  <a:schemeClr val="accent2"/>
                </a:solidFill>
              </a:defRPr>
            </a:lvl1pPr>
          </a:lstStyle>
          <a:p>
            <a:pPr rtl="0"/>
            <a:r>
              <a:rPr lang="es-ES"/>
              <a:t>Título</a:t>
            </a:r>
          </a:p>
        </p:txBody>
      </p:sp>
      <p:sp>
        <p:nvSpPr>
          <p:cNvPr id="9" name="Marcador de posición de imagen 8">
            <a:extLst>
              <a:ext uri="{FF2B5EF4-FFF2-40B4-BE49-F238E27FC236}">
                <a16:creationId xmlns:a16="http://schemas.microsoft.com/office/drawing/2014/main" id="{952C02D9-C262-43C0-BE24-402661B0594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1" y="0"/>
            <a:ext cx="4495801" cy="6858000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s-ES" sz="2000"/>
            </a:lvl1pPr>
          </a:lstStyle>
          <a:p>
            <a:pPr rtl="0"/>
            <a:r>
              <a:rPr lang="es-ES" dirty="0"/>
              <a:t>Haga clic para agregar foto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BC3273F-AE8F-21E6-A06E-52686D65496D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35563" y="2291786"/>
            <a:ext cx="3017837" cy="3967224"/>
          </a:xfrm>
          <a:prstGeom prst="rect">
            <a:avLst/>
          </a:prstGeom>
        </p:spPr>
        <p:txBody>
          <a:bodyPr rtlCol="0"/>
          <a:lstStyle>
            <a:lvl1pPr marL="0" indent="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lang="es-ES" sz="1800" spc="100" baseline="0"/>
            </a:lvl1pPr>
            <a:lvl2pPr marL="283464" indent="-283464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defRPr lang="es-ES" sz="1800" spc="100" baseline="0"/>
            </a:lvl2pPr>
            <a:lvl3pPr marL="685800" indent="-283464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defRPr lang="es-ES" sz="1800" spc="100" baseline="0"/>
            </a:lvl3pPr>
            <a:lvl4pPr marL="1143000" indent="-283464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defRPr lang="es-ES" sz="1800" spc="100" baseline="0"/>
            </a:lvl4pPr>
            <a:lvl5pPr marL="1600200" indent="-283464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defRPr lang="es-ES" sz="1800" spc="100" baseline="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7" name="Marcador de contenido 5">
            <a:extLst>
              <a:ext uri="{FF2B5EF4-FFF2-40B4-BE49-F238E27FC236}">
                <a16:creationId xmlns:a16="http://schemas.microsoft.com/office/drawing/2014/main" id="{A011C768-FB8E-F917-0CF9-C9B7DA4CAA62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8473281" y="2294680"/>
            <a:ext cx="3136127" cy="3967224"/>
          </a:xfrm>
          <a:prstGeom prst="rect">
            <a:avLst/>
          </a:prstGeom>
        </p:spPr>
        <p:txBody>
          <a:bodyPr rtlCol="0"/>
          <a:lstStyle>
            <a:lvl1pPr marL="0" indent="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lang="es-ES" sz="1800" spc="100" baseline="0"/>
            </a:lvl1pPr>
            <a:lvl2pPr marL="283464" indent="-283464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defRPr lang="es-ES" sz="1800" spc="100" baseline="0"/>
            </a:lvl2pPr>
            <a:lvl3pPr marL="685800" indent="-283464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defRPr lang="es-ES" sz="1800" spc="100" baseline="0"/>
            </a:lvl3pPr>
            <a:lvl4pPr marL="1143000" indent="-283464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defRPr lang="es-ES" sz="1800" spc="100" baseline="0"/>
            </a:lvl4pPr>
            <a:lvl5pPr marL="1600200" indent="-283464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defRPr lang="es-ES" sz="1800" spc="100" baseline="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30" name="Marcador de fecha 3">
            <a:extLst>
              <a:ext uri="{FF2B5EF4-FFF2-40B4-BE49-F238E27FC236}">
                <a16:creationId xmlns:a16="http://schemas.microsoft.com/office/drawing/2014/main" id="{61AB9D5A-1951-48B0-9CAE-84FC869BE5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s-ES" sz="1200" spc="1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rtl="0"/>
            <a:r>
              <a:rPr lang="es-ES" dirty="0"/>
              <a:t>20XX</a:t>
            </a:r>
          </a:p>
        </p:txBody>
      </p:sp>
      <p:sp>
        <p:nvSpPr>
          <p:cNvPr id="31" name="Marcador de pie de página 4">
            <a:extLst>
              <a:ext uri="{FF2B5EF4-FFF2-40B4-BE49-F238E27FC236}">
                <a16:creationId xmlns:a16="http://schemas.microsoft.com/office/drawing/2014/main" id="{3AEF9F4B-0EB4-4C9F-9159-80E393F3A1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s-ES" sz="1200" b="1" i="0" cap="all" spc="100" baseline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 rtl="0"/>
            <a:r>
              <a:rPr lang="es-ES" dirty="0"/>
              <a:t>Presentación de lanzamiento</a:t>
            </a:r>
          </a:p>
        </p:txBody>
      </p:sp>
      <p:sp>
        <p:nvSpPr>
          <p:cNvPr id="32" name="Marcador de número de diapositiva 5">
            <a:extLst>
              <a:ext uri="{FF2B5EF4-FFF2-40B4-BE49-F238E27FC236}">
                <a16:creationId xmlns:a16="http://schemas.microsoft.com/office/drawing/2014/main" id="{6BC4F905-196D-4DFF-9947-C56088B56F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s-ES" sz="1200" spc="100" baseline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rtl="0"/>
            <a:fld id="{EA87306C-81BA-4795-A5CA-9392456A8C1E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0312096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rmación general del produc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8FD970D0-182D-96E3-04B5-5D634F9C4F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2170545"/>
          </a:xfrm>
          <a:prstGeom prst="rect">
            <a:avLst/>
          </a:prstGeom>
          <a:solidFill>
            <a:schemeClr val="accent2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6AEFB40-063A-41A7-9581-865BBE62C3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26143"/>
            <a:ext cx="10515600" cy="1229033"/>
          </a:xfrm>
          <a:prstGeom prst="rect">
            <a:avLst/>
          </a:prstGeom>
        </p:spPr>
        <p:txBody>
          <a:bodyPr rtlCol="0" anchor="b"/>
          <a:lstStyle>
            <a:lvl1pPr algn="ctr">
              <a:defRPr lang="es-ES" sz="2400" cap="all" spc="100" baseline="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8" name="Marcador de contenido 7">
            <a:extLst>
              <a:ext uri="{FF2B5EF4-FFF2-40B4-BE49-F238E27FC236}">
                <a16:creationId xmlns:a16="http://schemas.microsoft.com/office/drawing/2014/main" id="{9E453354-6167-7227-F443-F984688CC4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49775" y="2858625"/>
            <a:ext cx="3941763" cy="3338513"/>
          </a:xfrm>
          <a:prstGeom prst="rect">
            <a:avLst/>
          </a:prstGeom>
        </p:spPr>
        <p:txBody>
          <a:bodyPr rtlCol="0"/>
          <a:lstStyle>
            <a:lvl1pPr marL="347472" indent="-347472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  <a:defRPr lang="es-ES" sz="1800" spc="100" baseline="0"/>
            </a:lvl1pPr>
            <a:lvl2pPr marL="685800" indent="-347472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lphaLcPeriod"/>
              <a:defRPr lang="es-ES" sz="1600" spc="100" baseline="0"/>
            </a:lvl2pPr>
            <a:lvl3pPr marL="1143000" indent="-347472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arenR"/>
              <a:defRPr lang="es-ES" sz="1400" spc="100" baseline="0"/>
            </a:lvl3pPr>
            <a:lvl4pPr marL="1600200" indent="-347472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lphaLcParenR"/>
              <a:defRPr lang="es-ES" sz="1200" spc="100" baseline="0"/>
            </a:lvl4pPr>
            <a:lvl5pPr marL="2057400" indent="-347472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romanLcPeriod"/>
              <a:defRPr lang="es-ES" sz="1200" spc="100" baseline="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9" name="Marcador de contenido 7">
            <a:extLst>
              <a:ext uri="{FF2B5EF4-FFF2-40B4-BE49-F238E27FC236}">
                <a16:creationId xmlns:a16="http://schemas.microsoft.com/office/drawing/2014/main" id="{DDA14B5C-C6A4-65FB-34DD-E1C0FF465FF7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342681" y="2858625"/>
            <a:ext cx="6011119" cy="3338513"/>
          </a:xfrm>
          <a:prstGeom prst="rect">
            <a:avLst/>
          </a:prstGeom>
        </p:spPr>
        <p:txBody>
          <a:bodyPr rtlCol="0"/>
          <a:lstStyle>
            <a:lvl1pPr marL="0" indent="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Font typeface="+mj-lt"/>
              <a:buNone/>
              <a:defRPr lang="es-ES" sz="1800" spc="100" baseline="0"/>
            </a:lvl1pPr>
            <a:lvl2pPr marL="285750" indent="-28575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es-ES" sz="1800" spc="100" baseline="0"/>
            </a:lvl2pPr>
            <a:lvl3pPr marL="685800" indent="-28575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es-ES" sz="1800" spc="100" baseline="0"/>
            </a:lvl3pPr>
            <a:lvl4pPr marL="1143000" indent="-28575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es-ES" sz="1800" spc="100" baseline="0"/>
            </a:lvl4pPr>
            <a:lvl5pPr marL="1600200" indent="-28575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es-ES" sz="1800" spc="100" baseline="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40" name="Marcador de fecha 3">
            <a:extLst>
              <a:ext uri="{FF2B5EF4-FFF2-40B4-BE49-F238E27FC236}">
                <a16:creationId xmlns:a16="http://schemas.microsoft.com/office/drawing/2014/main" id="{573EDDB2-8AC2-4A88-95EE-20082E77DE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s-ES" sz="1200" spc="100" baseline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rtl="0"/>
            <a:r>
              <a:rPr lang="es-ES" dirty="0"/>
              <a:t>20XX</a:t>
            </a:r>
          </a:p>
        </p:txBody>
      </p:sp>
      <p:sp>
        <p:nvSpPr>
          <p:cNvPr id="41" name="Marcador de pie de página 4">
            <a:extLst>
              <a:ext uri="{FF2B5EF4-FFF2-40B4-BE49-F238E27FC236}">
                <a16:creationId xmlns:a16="http://schemas.microsoft.com/office/drawing/2014/main" id="{325A34CF-B8DC-4A28-86BC-8D450E3D3C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s-ES" sz="1200" b="1" i="0" cap="all" spc="100" baseline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 rtl="0"/>
            <a:r>
              <a:rPr lang="es-ES" dirty="0"/>
              <a:t>Presentación de lanzamiento</a:t>
            </a:r>
          </a:p>
        </p:txBody>
      </p:sp>
      <p:sp>
        <p:nvSpPr>
          <p:cNvPr id="42" name="Marcador de número de diapositiva 5">
            <a:extLst>
              <a:ext uri="{FF2B5EF4-FFF2-40B4-BE49-F238E27FC236}">
                <a16:creationId xmlns:a16="http://schemas.microsoft.com/office/drawing/2014/main" id="{3F009426-0603-4EF7-8DE1-0CA50818F7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s-ES" sz="1200" spc="100" baseline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rtl="0"/>
            <a:fld id="{EA87306C-81BA-4795-A5CA-9392456A8C1E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476556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bre nosotr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DC1E109A-BBBE-498A-AC65-464AAF5710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766915"/>
            <a:ext cx="2782529" cy="2163098"/>
          </a:xfrm>
          <a:prstGeom prst="rect">
            <a:avLst/>
          </a:prstGeom>
          <a:ln w="28575">
            <a:solidFill>
              <a:schemeClr val="accent2"/>
            </a:solidFill>
          </a:ln>
        </p:spPr>
        <p:txBody>
          <a:bodyPr rtlCol="0" anchor="ctr"/>
          <a:lstStyle>
            <a:lvl1pPr algn="ctr">
              <a:lnSpc>
                <a:spcPct val="100000"/>
              </a:lnSpc>
              <a:defRPr lang="es-ES" sz="2400" cap="all" spc="100" baseline="0">
                <a:solidFill>
                  <a:schemeClr val="accent2"/>
                </a:solidFill>
              </a:defRPr>
            </a:lvl1pPr>
          </a:lstStyle>
          <a:p>
            <a:pPr rtl="0"/>
            <a:r>
              <a:rPr lang="es-ES"/>
              <a:t>título</a:t>
            </a:r>
          </a:p>
        </p:txBody>
      </p:sp>
      <p:sp>
        <p:nvSpPr>
          <p:cNvPr id="10" name="Marcador de texto 10">
            <a:extLst>
              <a:ext uri="{FF2B5EF4-FFF2-40B4-BE49-F238E27FC236}">
                <a16:creationId xmlns:a16="http://schemas.microsoft.com/office/drawing/2014/main" id="{7408009F-7441-4960-8688-598E5537784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64796" y="960385"/>
            <a:ext cx="6341212" cy="1969628"/>
          </a:xfrm>
          <a:prstGeom prst="rect">
            <a:avLst/>
          </a:prstGeom>
        </p:spPr>
        <p:txBody>
          <a:bodyPr rtlCol="0" anchor="t"/>
          <a:lstStyle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lang="es-ES" sz="1800" cap="none" spc="1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s-ES"/>
              <a:t>Haga clic para agregar texto</a:t>
            </a:r>
          </a:p>
        </p:txBody>
      </p:sp>
      <p:sp>
        <p:nvSpPr>
          <p:cNvPr id="8" name="Marcador de posición de imagen 7">
            <a:extLst>
              <a:ext uri="{FF2B5EF4-FFF2-40B4-BE49-F238E27FC236}">
                <a16:creationId xmlns:a16="http://schemas.microsoft.com/office/drawing/2014/main" id="{0721A019-F5C2-4A15-A6AE-C03209D1D7D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3716594"/>
            <a:ext cx="12192000" cy="3141406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s-ES"/>
            </a:lvl1pPr>
          </a:lstStyle>
          <a:p>
            <a:pPr rtl="0"/>
            <a:r>
              <a:rPr lang="es-ES" dirty="0"/>
              <a:t>Haga clic para agregar una foto</a:t>
            </a:r>
          </a:p>
        </p:txBody>
      </p:sp>
      <p:sp>
        <p:nvSpPr>
          <p:cNvPr id="11" name="Marcador de fecha 3">
            <a:extLst>
              <a:ext uri="{FF2B5EF4-FFF2-40B4-BE49-F238E27FC236}">
                <a16:creationId xmlns:a16="http://schemas.microsoft.com/office/drawing/2014/main" id="{CFE1DF53-32D0-456E-8221-7FCD23325D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s-ES" sz="1200" spc="1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rtl="0"/>
            <a:r>
              <a:rPr lang="es-ES" dirty="0"/>
              <a:t>20XX</a:t>
            </a:r>
          </a:p>
        </p:txBody>
      </p:sp>
      <p:sp>
        <p:nvSpPr>
          <p:cNvPr id="12" name="Marcador de pie de página 4">
            <a:extLst>
              <a:ext uri="{FF2B5EF4-FFF2-40B4-BE49-F238E27FC236}">
                <a16:creationId xmlns:a16="http://schemas.microsoft.com/office/drawing/2014/main" id="{DC108F1B-58C5-43B6-8251-B1392CA9A8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s-ES" sz="1200" b="1" i="0" cap="all" spc="1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pPr rtl="0"/>
            <a:r>
              <a:rPr lang="es-ES" dirty="0"/>
              <a:t>Presentación de lanzamiento</a:t>
            </a:r>
          </a:p>
        </p:txBody>
      </p:sp>
      <p:sp>
        <p:nvSpPr>
          <p:cNvPr id="13" name="Marcador de número de diapositiva 5">
            <a:extLst>
              <a:ext uri="{FF2B5EF4-FFF2-40B4-BE49-F238E27FC236}">
                <a16:creationId xmlns:a16="http://schemas.microsoft.com/office/drawing/2014/main" id="{C530B1E0-03D4-4E5B-A2A7-903B17B306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s-ES" sz="1200" spc="1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rtl="0"/>
            <a:fld id="{EA87306C-81BA-4795-A5CA-9392456A8C1E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6912113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anz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extLst>
              <a:ext uri="{FF2B5EF4-FFF2-40B4-BE49-F238E27FC236}">
                <a16:creationId xmlns:a16="http://schemas.microsoft.com/office/drawing/2014/main" id="{CE5E8994-67B0-7A02-C300-3232691564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32671" y="0"/>
            <a:ext cx="7659329" cy="6858000"/>
          </a:xfrm>
          <a:prstGeom prst="rect">
            <a:avLst/>
          </a:prstGeom>
          <a:solidFill>
            <a:schemeClr val="accent2">
              <a:lumMod val="40000"/>
              <a:lumOff val="6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DD96D4A-16D3-4C35-A383-2DF039D54C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33791" y="787869"/>
            <a:ext cx="2743200" cy="2142144"/>
          </a:xfrm>
          <a:prstGeom prst="rect">
            <a:avLst/>
          </a:prstGeom>
          <a:ln w="28575">
            <a:solidFill>
              <a:schemeClr val="accent2"/>
            </a:solidFill>
          </a:ln>
        </p:spPr>
        <p:txBody>
          <a:bodyPr rtlCol="0" anchor="ctr"/>
          <a:lstStyle>
            <a:lvl1pPr algn="ctr">
              <a:lnSpc>
                <a:spcPct val="100000"/>
              </a:lnSpc>
              <a:defRPr lang="es-ES" sz="2400" cap="all" spc="100" baseline="0">
                <a:solidFill>
                  <a:schemeClr val="accent2"/>
                </a:solidFill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12" name="Marcador de texto 11">
            <a:extLst>
              <a:ext uri="{FF2B5EF4-FFF2-40B4-BE49-F238E27FC236}">
                <a16:creationId xmlns:a16="http://schemas.microsoft.com/office/drawing/2014/main" id="{2EA6B5C4-24E3-C021-071B-DFF6C6CC497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33449" y="3429000"/>
            <a:ext cx="2920796" cy="2927350"/>
          </a:xfrm>
          <a:prstGeom prst="rect">
            <a:avLst/>
          </a:prstGeom>
        </p:spPr>
        <p:txBody>
          <a:bodyPr rtlCol="0"/>
          <a:lstStyle>
            <a:lvl1pPr marL="0" indent="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lang="es-ES" sz="1800" spc="100" baseline="0"/>
            </a:lvl1pPr>
            <a:lvl2pPr marL="457200" indent="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lang="es-ES" sz="1600" spc="100" baseline="0"/>
            </a:lvl2pPr>
            <a:lvl3pPr marL="914400" indent="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lang="es-ES" sz="1400" spc="100" baseline="0"/>
            </a:lvl3pPr>
            <a:lvl4pPr marL="1371600" indent="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lang="es-ES" sz="1200" spc="100" baseline="0"/>
            </a:lvl4pPr>
            <a:lvl5pPr marL="1828800" indent="0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lang="es-ES" sz="1200" spc="100" baseline="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10" name="Marcador de contenido 9">
            <a:extLst>
              <a:ext uri="{FF2B5EF4-FFF2-40B4-BE49-F238E27FC236}">
                <a16:creationId xmlns:a16="http://schemas.microsoft.com/office/drawing/2014/main" id="{FF255611-8280-41F3-A5FA-821E144AEAE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220928" y="787869"/>
            <a:ext cx="6292646" cy="5432263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s-ES" sz="18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lang="es-ES" sz="1600" cap="all" baseline="0">
                <a:solidFill>
                  <a:schemeClr val="accent5">
                    <a:lumMod val="50000"/>
                  </a:schemeClr>
                </a:solidFill>
              </a:defRPr>
            </a:lvl2pPr>
            <a:lvl3pPr marL="914400" indent="0">
              <a:buNone/>
              <a:defRPr lang="es-ES" sz="1400" cap="all" baseline="0">
                <a:solidFill>
                  <a:schemeClr val="accent5">
                    <a:lumMod val="50000"/>
                  </a:schemeClr>
                </a:solidFill>
              </a:defRPr>
            </a:lvl3pPr>
            <a:lvl4pPr marL="1371600" indent="0">
              <a:buNone/>
              <a:defRPr lang="es-ES" sz="1200" cap="all" baseline="0">
                <a:solidFill>
                  <a:schemeClr val="accent5">
                    <a:lumMod val="50000"/>
                  </a:schemeClr>
                </a:solidFill>
              </a:defRPr>
            </a:lvl4pPr>
            <a:lvl5pPr marL="1828800" indent="0">
              <a:buNone/>
              <a:defRPr lang="es-ES" sz="1200" cap="all" baseline="0">
                <a:solidFill>
                  <a:schemeClr val="accent5">
                    <a:lumMod val="50000"/>
                  </a:schemeClr>
                </a:solidFill>
              </a:defRPr>
            </a:lvl5pPr>
          </a:lstStyle>
          <a:p>
            <a:pPr lvl="0" rtl="0"/>
            <a:r>
              <a:rPr lang="es-ES"/>
              <a:t>Haga clic para agregar contenido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3453DB9-3C4B-4136-96D2-08A7D5AD418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20XX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1464841-801A-499A-BFD2-9731D2D89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Presentación de lanzamiento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9C78F9D-CD73-4D53-A871-D6C0B643A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rtlCol="0"/>
          <a:lstStyle>
            <a:lvl1pPr>
              <a:defRPr lang="es-E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rtl="0"/>
            <a:fld id="{EA87306C-81BA-4795-A5CA-9392456A8C1E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788064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estra competenc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41225E-57F6-4605-A684-F9B30F1F66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0559" y="1"/>
            <a:ext cx="4952999" cy="2182482"/>
          </a:xfrm>
          <a:prstGeom prst="rect">
            <a:avLst/>
          </a:prstGeom>
          <a:solidFill>
            <a:schemeClr val="accent2">
              <a:alpha val="92000"/>
            </a:schemeClr>
          </a:solidFill>
        </p:spPr>
        <p:txBody>
          <a:bodyPr lIns="731520" rIns="731520" rtlCol="0" anchor="ctr"/>
          <a:lstStyle>
            <a:lvl1pPr algn="ctr">
              <a:defRPr lang="es-ES" sz="2400" cap="all" spc="10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7" name="Marcador de posición de imagen 8">
            <a:extLst>
              <a:ext uri="{FF2B5EF4-FFF2-40B4-BE49-F238E27FC236}">
                <a16:creationId xmlns:a16="http://schemas.microsoft.com/office/drawing/2014/main" id="{C93927AF-DF09-4CE5-8767-B2ECF0215BF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942932" y="0"/>
            <a:ext cx="7249067" cy="2182483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s-ES"/>
            </a:lvl1pPr>
          </a:lstStyle>
          <a:p>
            <a:pPr rtl="0"/>
            <a:r>
              <a:rPr lang="es-ES" dirty="0"/>
              <a:t>Haga clic para agregar foto</a:t>
            </a:r>
          </a:p>
        </p:txBody>
      </p:sp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FE8D114B-8AAB-41D6-AFCF-750066A6529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19728" y="2924355"/>
            <a:ext cx="3769525" cy="3300645"/>
          </a:xfrm>
          <a:prstGeom prst="rect">
            <a:avLst/>
          </a:prstGeom>
        </p:spPr>
        <p:txBody>
          <a:bodyPr rtlCol="0" anchor="t"/>
          <a:lstStyle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lang="es-ES" sz="1800" cap="none" spc="1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s-ES"/>
              <a:t>Haga clic para agregar texto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6E5C19A-AE6A-FEDE-6B3C-9B1701F4C50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933262" y="2932801"/>
            <a:ext cx="6411912" cy="3300851"/>
          </a:xfrm>
          <a:prstGeom prst="rect">
            <a:avLst/>
          </a:prstGeom>
        </p:spPr>
        <p:txBody>
          <a:bodyPr rtlCol="0"/>
          <a:lstStyle>
            <a:lvl1pPr marL="283464" indent="-283464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lang="es-ES" sz="1800" spc="100" baseline="0"/>
            </a:lvl1pPr>
            <a:lvl2pPr marL="914400" indent="-283464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lang="es-ES" sz="1800" spc="100" baseline="0"/>
            </a:lvl2pPr>
            <a:lvl3pPr marL="1371600" indent="-283464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lang="es-ES" sz="1800" spc="100" baseline="0"/>
            </a:lvl3pPr>
            <a:lvl4pPr marL="1828800" indent="-283464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lang="es-ES" sz="1800" spc="100" baseline="0"/>
            </a:lvl4pPr>
            <a:lvl5pPr marL="2286000" indent="-283464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lang="es-ES" sz="1800" spc="100" baseline="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8" name="Marcador de fecha 3">
            <a:extLst>
              <a:ext uri="{FF2B5EF4-FFF2-40B4-BE49-F238E27FC236}">
                <a16:creationId xmlns:a16="http://schemas.microsoft.com/office/drawing/2014/main" id="{8751D887-2419-4911-A7CC-9B5A598D71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s-ES" sz="1200" spc="100" baseline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rtl="0"/>
            <a:r>
              <a:rPr lang="es-ES" dirty="0"/>
              <a:t>20XX</a:t>
            </a:r>
          </a:p>
        </p:txBody>
      </p:sp>
      <p:sp>
        <p:nvSpPr>
          <p:cNvPr id="9" name="Marcador de pie de página 4">
            <a:extLst>
              <a:ext uri="{FF2B5EF4-FFF2-40B4-BE49-F238E27FC236}">
                <a16:creationId xmlns:a16="http://schemas.microsoft.com/office/drawing/2014/main" id="{B8B214E0-C574-4CE5-8FF0-E0F965A4A0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s-ES" sz="1200" b="1" i="0" cap="all" spc="100" baseline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 rtl="0"/>
            <a:r>
              <a:rPr lang="es-ES" dirty="0"/>
              <a:t>Presentación de lanzamiento</a:t>
            </a:r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6C033920-FB08-49F3-8A75-14E68EF78D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s-ES" sz="1200" spc="100" baseline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rtl="0"/>
            <a:fld id="{EA87306C-81BA-4795-A5CA-9392456A8C1E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6519510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A96722F2-1968-8B82-9382-187D808D9C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2170545"/>
          </a:xfrm>
          <a:prstGeom prst="rect">
            <a:avLst/>
          </a:prstGeom>
          <a:solidFill>
            <a:schemeClr val="accent2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10" name="Título 9">
            <a:extLst>
              <a:ext uri="{FF2B5EF4-FFF2-40B4-BE49-F238E27FC236}">
                <a16:creationId xmlns:a16="http://schemas.microsoft.com/office/drawing/2014/main" id="{8F6663C8-5425-48D7-9E9D-F2B794222F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41541"/>
            <a:ext cx="10515600" cy="1215894"/>
          </a:xfrm>
          <a:prstGeom prst="rect">
            <a:avLst/>
          </a:prstGeom>
        </p:spPr>
        <p:txBody>
          <a:bodyPr rtlCol="0" anchor="b"/>
          <a:lstStyle>
            <a:lvl1pPr algn="ctr">
              <a:defRPr lang="es-ES" sz="2400" cap="all" spc="100" baseline="0">
                <a:solidFill>
                  <a:schemeClr val="tx2"/>
                </a:solidFill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30" name="Marcador de contenido 29">
            <a:extLst>
              <a:ext uri="{FF2B5EF4-FFF2-40B4-BE49-F238E27FC236}">
                <a16:creationId xmlns:a16="http://schemas.microsoft.com/office/drawing/2014/main" id="{E7176063-74EF-4FC1-A687-2F5900412F55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859468" y="2674190"/>
            <a:ext cx="10494331" cy="3605840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lang="es-ES" sz="1400" cap="all" baseline="0"/>
            </a:lvl1pPr>
            <a:lvl2pPr marL="457200" indent="0">
              <a:buNone/>
              <a:defRPr lang="es-ES"/>
            </a:lvl2pPr>
            <a:lvl3pPr marL="914400" indent="0">
              <a:buNone/>
              <a:defRPr lang="es-ES"/>
            </a:lvl3pPr>
            <a:lvl4pPr marL="1371600" indent="0">
              <a:buNone/>
              <a:defRPr lang="es-ES"/>
            </a:lvl4pPr>
            <a:lvl5pPr marL="1828800" indent="0">
              <a:buNone/>
              <a:defRPr lang="es-ES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9058ECB-2935-45B1-80F1-ED38302C275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20XX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8FC42CC-A62B-40E8-907A-F15D7C216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Presentación de lanzamiento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33E0735-85DE-48C3-8FE9-0754F9ABD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rtlCol="0"/>
          <a:lstStyle>
            <a:defPPr>
              <a:defRPr lang="es-ES"/>
            </a:defPPr>
          </a:lstStyle>
          <a:p>
            <a:pPr rtl="0"/>
            <a:fld id="{EA87306C-81BA-4795-A5CA-9392456A8C1E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781160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cias 2">
    <p:bg>
      <p:bgPr>
        <a:solidFill>
          <a:schemeClr val="accent5"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906EC1-D867-4113-B1E4-72ADCC4B15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30061" y="1541398"/>
            <a:ext cx="4442603" cy="212482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rtlCol="0" anchor="ctr"/>
          <a:lstStyle>
            <a:lvl1pPr algn="ctr">
              <a:defRPr lang="es-ES" sz="2400" cap="all" spc="100" baseline="0">
                <a:solidFill>
                  <a:schemeClr val="tx1"/>
                </a:solidFill>
              </a:defRPr>
            </a:lvl1pPr>
          </a:lstStyle>
          <a:p>
            <a:pPr rtl="0"/>
            <a:r>
              <a:rPr lang="es-ES"/>
              <a:t>Agregar título</a:t>
            </a:r>
          </a:p>
        </p:txBody>
      </p:sp>
      <p:sp>
        <p:nvSpPr>
          <p:cNvPr id="38" name="Marcador de texto 10">
            <a:extLst>
              <a:ext uri="{FF2B5EF4-FFF2-40B4-BE49-F238E27FC236}">
                <a16:creationId xmlns:a16="http://schemas.microsoft.com/office/drawing/2014/main" id="{34C23C4D-3C16-4A17-BF8A-A9C4E2F013E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30061" y="3984426"/>
            <a:ext cx="4442603" cy="2424999"/>
          </a:xfrm>
          <a:prstGeom prst="rect">
            <a:avLst/>
          </a:prstGeom>
        </p:spPr>
        <p:txBody>
          <a:bodyPr rtlCol="0" anchor="t"/>
          <a:lstStyle>
            <a:lvl1pPr marL="0" indent="0" algn="ctr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None/>
              <a:defRPr lang="es-ES" sz="1800" cap="none" spc="1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s-ES"/>
              <a:t>Haga clic para agregar texto</a:t>
            </a:r>
          </a:p>
        </p:txBody>
      </p:sp>
      <p:sp>
        <p:nvSpPr>
          <p:cNvPr id="11" name="Marcador de posición de imagen 8">
            <a:extLst>
              <a:ext uri="{FF2B5EF4-FFF2-40B4-BE49-F238E27FC236}">
                <a16:creationId xmlns:a16="http://schemas.microsoft.com/office/drawing/2014/main" id="{50298920-F98C-4AFF-A39F-BB5644F96EB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771736" y="0"/>
            <a:ext cx="5420263" cy="6858000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s-ES"/>
            </a:lvl1pPr>
          </a:lstStyle>
          <a:p>
            <a:pPr rtl="0"/>
            <a:r>
              <a:rPr lang="es-ES" dirty="0"/>
              <a:t>Haga clic para agregar foto</a:t>
            </a:r>
          </a:p>
        </p:txBody>
      </p:sp>
    </p:spTree>
    <p:extLst>
      <p:ext uri="{BB962C8B-B14F-4D97-AF65-F5344CB8AC3E}">
        <p14:creationId xmlns:p14="http://schemas.microsoft.com/office/powerpoint/2010/main" val="42577993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BE02389-643A-44A3-9E32-4459CAEAC3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s-ES" sz="1200" spc="100" baseline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rtl="0"/>
            <a:r>
              <a:rPr lang="es-ES" dirty="0"/>
              <a:t>20XX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E3E221A-6F27-4890-B073-7BA27B8FB5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s-ES" sz="1200" b="1" i="0" cap="all" spc="100" baseline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 rtl="0"/>
            <a:r>
              <a:rPr lang="es-ES" dirty="0"/>
              <a:t>Presentación de lanzamiento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0B06CAC-A122-486F-81C6-4299D83E94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s-ES" sz="1200" spc="100" baseline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rtl="0"/>
            <a:fld id="{EA87306C-81BA-4795-A5CA-9392456A8C1E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230113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73" r:id="rId3"/>
    <p:sldLayoutId id="2147483669" r:id="rId4"/>
    <p:sldLayoutId id="2147483651" r:id="rId5"/>
    <p:sldLayoutId id="2147483671" r:id="rId6"/>
    <p:sldLayoutId id="2147483652" r:id="rId7"/>
    <p:sldLayoutId id="2147483653" r:id="rId8"/>
    <p:sldLayoutId id="2147483650" r:id="rId9"/>
    <p:sldLayoutId id="2147483664" r:id="rId10"/>
    <p:sldLayoutId id="2147483659" r:id="rId11"/>
    <p:sldLayoutId id="2147483662" r:id="rId12"/>
    <p:sldLayoutId id="2147483670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s-ES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s-ES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powerbi.com/view?r=eyJrIjoiZDg0Y2QxOTUtOTNiNC00YWI0LWIxMGUtMDVkMDNlYWVlZDU4IiwidCI6ImFlYzc2MmU0LTNkNTQtNDk1ZS1hOGZlLTQyODdkY2U2ZmU2OSIsImMiOjh9&amp;pageName=f41c4c681b682fdd5897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080BF80A-9EC5-33AC-1035-6C32C834564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rcRect t="14355" b="4399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ítulo 6">
            <a:extLst>
              <a:ext uri="{FF2B5EF4-FFF2-40B4-BE49-F238E27FC236}">
                <a16:creationId xmlns:a16="http://schemas.microsoft.com/office/drawing/2014/main" id="{C0147929-8D39-DAA9-C3C5-4829D9C31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9909" y="2335192"/>
            <a:ext cx="9792182" cy="2187616"/>
          </a:xfrm>
          <a:ln>
            <a:solidFill>
              <a:srgbClr val="F5FAE8"/>
            </a:solidFill>
          </a:ln>
        </p:spPr>
        <p:txBody>
          <a:bodyPr rtlCol="0"/>
          <a:lstStyle>
            <a:defPPr>
              <a:defRPr lang="es-ES"/>
            </a:defPPr>
          </a:lstStyle>
          <a:p>
            <a:r>
              <a:rPr lang="es-ES" dirty="0">
                <a:solidFill>
                  <a:srgbClr val="F5FAE8"/>
                </a:solidFill>
              </a:rPr>
              <a:t>HUDSON BREW </a:t>
            </a:r>
            <a:br>
              <a:rPr lang="es-ES" dirty="0">
                <a:solidFill>
                  <a:srgbClr val="F5FAE8"/>
                </a:solidFill>
              </a:rPr>
            </a:br>
            <a:r>
              <a:rPr lang="es-ES" sz="1800" dirty="0">
                <a:solidFill>
                  <a:srgbClr val="F5FAE8"/>
                </a:solidFill>
              </a:rPr>
              <a:t>Análisis Integral de Ventas para la Toma de Decisiones Empresariales</a:t>
            </a:r>
          </a:p>
        </p:txBody>
      </p:sp>
      <p:sp>
        <p:nvSpPr>
          <p:cNvPr id="4" name="Título 6">
            <a:extLst>
              <a:ext uri="{FF2B5EF4-FFF2-40B4-BE49-F238E27FC236}">
                <a16:creationId xmlns:a16="http://schemas.microsoft.com/office/drawing/2014/main" id="{5975C01F-701D-F79B-F854-5E948322011E}"/>
              </a:ext>
            </a:extLst>
          </p:cNvPr>
          <p:cNvSpPr txBox="1">
            <a:spLocks/>
          </p:cNvSpPr>
          <p:nvPr/>
        </p:nvSpPr>
        <p:spPr>
          <a:xfrm>
            <a:off x="6911438" y="5225142"/>
            <a:ext cx="5153892" cy="1509032"/>
          </a:xfrm>
          <a:prstGeom prst="rect">
            <a:avLst/>
          </a:prstGeom>
          <a:noFill/>
          <a:ln w="38100">
            <a:solidFill>
              <a:srgbClr val="F5FAE8"/>
            </a:solidFill>
          </a:ln>
        </p:spPr>
        <p:txBody>
          <a:bodyPr lIns="914400" tIns="91440" rIns="914400" rtlCol="0" anchor="ctr"/>
          <a:lstStyle>
            <a:defPPr>
              <a:defRPr lang="es-ES"/>
            </a:defPPr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s-ES" sz="5400" b="1" kern="1200" cap="all" spc="10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ES" sz="1800" dirty="0"/>
          </a:p>
          <a:p>
            <a:endParaRPr lang="es-ES" sz="1800" dirty="0"/>
          </a:p>
          <a:p>
            <a:endParaRPr lang="es-ES" sz="1800" dirty="0"/>
          </a:p>
          <a:p>
            <a:endParaRPr lang="es-ES" sz="1800" dirty="0"/>
          </a:p>
          <a:p>
            <a:endParaRPr lang="es-ES" sz="1800" dirty="0"/>
          </a:p>
          <a:p>
            <a:endParaRPr lang="es-ES" sz="1800" dirty="0"/>
          </a:p>
          <a:p>
            <a:pPr algn="r"/>
            <a:r>
              <a:rPr lang="es-ES" sz="1800" dirty="0">
                <a:solidFill>
                  <a:schemeClr val="accent1">
                    <a:lumMod val="10000"/>
                  </a:schemeClr>
                </a:solidFill>
              </a:rPr>
              <a:t> </a:t>
            </a:r>
            <a:r>
              <a:rPr lang="es-ES" sz="1400" dirty="0">
                <a:solidFill>
                  <a:srgbClr val="F5FAE8"/>
                </a:solidFill>
              </a:rPr>
              <a:t>Elías Hernández Barral</a:t>
            </a:r>
          </a:p>
          <a:p>
            <a:pPr algn="r"/>
            <a:r>
              <a:rPr lang="es-ES" sz="1400" dirty="0">
                <a:solidFill>
                  <a:srgbClr val="F5FAE8"/>
                </a:solidFill>
              </a:rPr>
              <a:t>Bootcamp Data Analytics</a:t>
            </a:r>
          </a:p>
          <a:p>
            <a:pPr algn="r"/>
            <a:r>
              <a:rPr lang="es-ES" sz="1400" dirty="0">
                <a:solidFill>
                  <a:srgbClr val="F5FAE8"/>
                </a:solidFill>
              </a:rPr>
              <a:t>Neoland</a:t>
            </a:r>
          </a:p>
          <a:p>
            <a:br>
              <a:rPr lang="es-ES" dirty="0"/>
            </a:b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602684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A3C449-4B70-4E22-77E8-3B7F5EBA1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ítulo 25">
            <a:extLst>
              <a:ext uri="{FF2B5EF4-FFF2-40B4-BE49-F238E27FC236}">
                <a16:creationId xmlns:a16="http://schemas.microsoft.com/office/drawing/2014/main" id="{740374DE-8062-5B94-EBF8-705ECB254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608" y="804862"/>
            <a:ext cx="3401992" cy="5121375"/>
          </a:xfrm>
          <a:ln>
            <a:noFill/>
          </a:ln>
        </p:spPr>
        <p:txBody>
          <a:bodyPr rtlCol="0"/>
          <a:lstStyle>
            <a:defPPr>
              <a:defRPr lang="es-ES"/>
            </a:defPPr>
          </a:lstStyle>
          <a:p>
            <a:r>
              <a:rPr lang="es-ES" dirty="0"/>
              <a:t>Objetivo General</a:t>
            </a:r>
          </a:p>
        </p:txBody>
      </p:sp>
      <p:sp>
        <p:nvSpPr>
          <p:cNvPr id="50" name="Marcador de texto 17">
            <a:extLst>
              <a:ext uri="{FF2B5EF4-FFF2-40B4-BE49-F238E27FC236}">
                <a16:creationId xmlns:a16="http://schemas.microsoft.com/office/drawing/2014/main" id="{727A85A3-082C-6F3C-D7C5-2371B3446FB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579338" y="804863"/>
            <a:ext cx="5716587" cy="5248276"/>
          </a:xfrm>
        </p:spPr>
        <p:txBody>
          <a:bodyPr rtlCol="0" anchor="ctr"/>
          <a:lstStyle>
            <a:defPPr>
              <a:defRPr lang="es-ES"/>
            </a:defPPr>
          </a:lstStyle>
          <a:p>
            <a:pPr marL="0" indent="0">
              <a:buNone/>
            </a:pPr>
            <a:r>
              <a:rPr lang="es-ES" sz="1600" dirty="0"/>
              <a:t>Analizar el rendimiento comercial de Hudson Brew mediante técnicas de Business Intelligence y Machine Learning para identificar patrones de consumo, oportunidades de mejora y evidencias que apoyen la toma de decisiones estratégicas.</a:t>
            </a: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1DACC63D-F49B-8FE5-B76C-1A0E8C73FB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EA87306C-81BA-4795-A5CA-9392456A8C1E}" type="slidenum">
              <a:rPr lang="es-ES" smtClean="0"/>
              <a:pPr rtl="0"/>
              <a:t>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152612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ítulo 25">
            <a:extLst>
              <a:ext uri="{FF2B5EF4-FFF2-40B4-BE49-F238E27FC236}">
                <a16:creationId xmlns:a16="http://schemas.microsoft.com/office/drawing/2014/main" id="{CDA2767E-38F3-49F7-BE02-EA3E6C7C8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608" y="804862"/>
            <a:ext cx="3401992" cy="5121375"/>
          </a:xfrm>
          <a:ln>
            <a:noFill/>
          </a:ln>
        </p:spPr>
        <p:txBody>
          <a:bodyPr rtlCol="0"/>
          <a:lstStyle>
            <a:defPPr>
              <a:defRPr lang="es-ES"/>
            </a:defPPr>
          </a:lstStyle>
          <a:p>
            <a:r>
              <a:rPr lang="es-ES" dirty="0"/>
              <a:t>Contexto del Proyecto</a:t>
            </a:r>
          </a:p>
        </p:txBody>
      </p:sp>
      <p:sp>
        <p:nvSpPr>
          <p:cNvPr id="50" name="Marcador de texto 17">
            <a:extLst>
              <a:ext uri="{FF2B5EF4-FFF2-40B4-BE49-F238E27FC236}">
                <a16:creationId xmlns:a16="http://schemas.microsoft.com/office/drawing/2014/main" id="{62192F0C-65C9-4E6D-9314-81FB7E4DB46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579338" y="804863"/>
            <a:ext cx="5716587" cy="5248276"/>
          </a:xfrm>
        </p:spPr>
        <p:txBody>
          <a:bodyPr rtlCol="0" anchor="ctr"/>
          <a:lstStyle>
            <a:defPPr>
              <a:defRPr lang="es-ES"/>
            </a:defPPr>
          </a:lstStyle>
          <a:p>
            <a:r>
              <a:rPr lang="es-ES" sz="1600" dirty="0"/>
              <a:t>Hudson Brew es una franquicia ficticia de cafeterías que necesitaba comprender mejor el comportamiento de sus ventas para optimizar su gestión y evaluar futuras oportunidades de crecimiento.</a:t>
            </a:r>
          </a:p>
          <a:p>
            <a:r>
              <a:rPr lang="es-ES" sz="1600" dirty="0"/>
              <a:t>Para ello se desarrolló un proyecto completo de analítica de datos utilizando:</a:t>
            </a:r>
          </a:p>
          <a:p>
            <a:r>
              <a:rPr lang="es-ES" sz="1600" dirty="0"/>
              <a:t>PostgreSQL</a:t>
            </a:r>
          </a:p>
          <a:p>
            <a:r>
              <a:rPr lang="es-ES" sz="1600" dirty="0"/>
              <a:t>Python</a:t>
            </a:r>
          </a:p>
          <a:p>
            <a:r>
              <a:rPr lang="es-ES" sz="1600" dirty="0"/>
              <a:t>Power BI</a:t>
            </a:r>
          </a:p>
          <a:p>
            <a:r>
              <a:rPr lang="es-ES" sz="1600" dirty="0"/>
              <a:t>Machine Learning</a:t>
            </a:r>
          </a:p>
          <a:p>
            <a:r>
              <a:rPr lang="es-ES" sz="1600" dirty="0"/>
              <a:t>El objetivo fue transformar datos en información útil para la toma de decisiones.</a:t>
            </a: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00490171-2859-5322-0F76-C05597544F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EA87306C-81BA-4795-A5CA-9392456A8C1E}" type="slidenum">
              <a:rPr lang="es-ES" smtClean="0"/>
              <a:pPr rtl="0"/>
              <a:t>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6546527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B8D396-E7DD-68F3-8EA5-83EDE0724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Arquitectura del Proyecto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312DE4E-58F4-EA59-042D-7C8023DAA4D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398864" y="609230"/>
            <a:ext cx="5716587" cy="3891830"/>
          </a:xfrm>
        </p:spPr>
        <p:txBody>
          <a:bodyPr/>
          <a:lstStyle/>
          <a:p>
            <a:r>
              <a:rPr lang="es-ES" sz="1400" dirty="0"/>
              <a:t>Datos → PostgreSQL → Python → Machine Learning → Power BI</a:t>
            </a:r>
          </a:p>
          <a:p>
            <a:pPr marL="0" indent="0">
              <a:buNone/>
            </a:pPr>
            <a:endParaRPr lang="es-ES" sz="1400" dirty="0"/>
          </a:p>
          <a:p>
            <a:r>
              <a:rPr lang="es-ES" sz="1400" dirty="0"/>
              <a:t>Elementos desarrollados:</a:t>
            </a:r>
          </a:p>
          <a:p>
            <a:r>
              <a:rPr lang="es-ES" sz="1400" dirty="0"/>
              <a:t>Modelo Star Schema</a:t>
            </a:r>
          </a:p>
          <a:p>
            <a:r>
              <a:rPr lang="es-ES" sz="1400" dirty="0"/>
              <a:t>Vistas analíticas SQL</a:t>
            </a:r>
          </a:p>
          <a:p>
            <a:r>
              <a:rPr lang="es-ES" sz="1400" dirty="0"/>
              <a:t>EDA</a:t>
            </a:r>
          </a:p>
          <a:p>
            <a:r>
              <a:rPr lang="es-ES" sz="1400" dirty="0"/>
              <a:t>Dashboard</a:t>
            </a:r>
          </a:p>
          <a:p>
            <a:r>
              <a:rPr lang="es-ES" sz="1400" dirty="0"/>
              <a:t>Modelos predictivos</a:t>
            </a:r>
          </a:p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44842B6-7C78-4934-E1B9-27F85892D5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rtl="0"/>
            <a:fld id="{EA87306C-81BA-4795-A5CA-9392456A8C1E}" type="slidenum">
              <a:rPr lang="es-ES" smtClean="0"/>
              <a:pPr rtl="0"/>
              <a:t>4</a:t>
            </a:fld>
            <a:endParaRPr lang="es-E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BB9A0D77-8EF5-B918-44CF-6A823EC1C9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7766" y="1704109"/>
            <a:ext cx="2567626" cy="4552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6509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FB060E-0CED-D4FE-61C8-81E824533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Principales Resultados del EDA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11D5A77-E68E-6DC2-BB27-496765336C1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386138" y="216571"/>
            <a:ext cx="5716587" cy="3517549"/>
          </a:xfrm>
        </p:spPr>
        <p:txBody>
          <a:bodyPr/>
          <a:lstStyle/>
          <a:p>
            <a:pPr marL="0" indent="0">
              <a:buNone/>
            </a:pPr>
            <a:r>
              <a:rPr lang="es-ES" sz="1400" dirty="0"/>
              <a:t>Los datos revelaron una evolución muy positiva del negocio.</a:t>
            </a:r>
          </a:p>
          <a:p>
            <a:pPr marL="0" indent="0">
              <a:buNone/>
            </a:pPr>
            <a:r>
              <a:rPr lang="es-ES" sz="1400" dirty="0"/>
              <a:t>Resultados destacados:</a:t>
            </a:r>
          </a:p>
          <a:p>
            <a:pPr marL="0" indent="0">
              <a:buNone/>
            </a:pPr>
            <a:endParaRPr lang="es-ES" sz="1400" dirty="0"/>
          </a:p>
          <a:p>
            <a:r>
              <a:rPr lang="es-ES" sz="1400" dirty="0"/>
              <a:t>Crecimiento de ventas: +103,8 %</a:t>
            </a:r>
          </a:p>
          <a:p>
            <a:r>
              <a:rPr lang="es-ES" sz="1400" dirty="0"/>
              <a:t>Más de 700.000 $ en ventas</a:t>
            </a:r>
          </a:p>
          <a:p>
            <a:r>
              <a:rPr lang="es-ES" sz="1400" dirty="0"/>
              <a:t>Más de 149.000 transacciones analizadas</a:t>
            </a:r>
          </a:p>
          <a:p>
            <a:r>
              <a:rPr lang="es-ES" sz="1400" dirty="0"/>
              <a:t>Interpretación:</a:t>
            </a:r>
          </a:p>
          <a:p>
            <a:r>
              <a:rPr lang="es-ES" sz="1400" dirty="0"/>
              <a:t>Las ventas se duplicaron durante el periodo estudiado, mostrando una tendencia claramente ascendente.</a:t>
            </a:r>
          </a:p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E0D0AAE-5C5A-5C8F-7B12-CA2D3C4F63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rtl="0"/>
            <a:fld id="{EA87306C-81BA-4795-A5CA-9392456A8C1E}" type="slidenum">
              <a:rPr lang="es-ES" smtClean="0"/>
              <a:pPr rtl="0"/>
              <a:t>5</a:t>
            </a:fld>
            <a:endParaRPr lang="es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FB78D3F-47F5-B04B-5F61-6AAACF2159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6139" y="3255023"/>
            <a:ext cx="5967662" cy="321797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120934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697995-7B00-590A-8B3B-2B603CA5C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Comportamiento de los Clientes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7C31864-6614-DE61-8878-E4C3A65E464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579338" y="397045"/>
            <a:ext cx="5716587" cy="3189622"/>
          </a:xfrm>
        </p:spPr>
        <p:txBody>
          <a:bodyPr/>
          <a:lstStyle/>
          <a:p>
            <a:r>
              <a:rPr lang="es-ES" sz="1400" dirty="0"/>
              <a:t>Análisis horario:</a:t>
            </a:r>
          </a:p>
          <a:p>
            <a:r>
              <a:rPr lang="es-ES" sz="1400" dirty="0"/>
              <a:t>Hora punta: 07:00 – 10:00</a:t>
            </a:r>
          </a:p>
          <a:p>
            <a:r>
              <a:rPr lang="es-ES" sz="1400" dirty="0"/>
              <a:t>Franja estable: 11:00 – 17:00</a:t>
            </a:r>
          </a:p>
          <a:p>
            <a:r>
              <a:rPr lang="es-ES" sz="1400" dirty="0"/>
              <a:t>Interpretación:</a:t>
            </a:r>
          </a:p>
          <a:p>
            <a:r>
              <a:rPr lang="es-ES" sz="1400" dirty="0"/>
              <a:t>La mayor actividad se concentra durante la mañana, aunque existe una demanda muy estable durante gran parte del día.</a:t>
            </a:r>
          </a:p>
          <a:p>
            <a:r>
              <a:rPr lang="es-ES" sz="1400" dirty="0"/>
              <a:t>Esto permite optimizar la planificación de personal y promociones.</a:t>
            </a:r>
          </a:p>
          <a:p>
            <a:endParaRPr lang="es-ES" sz="1400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1463B9B-4071-611E-8B50-D8F67D2732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rtl="0"/>
            <a:fld id="{EA87306C-81BA-4795-A5CA-9392456A8C1E}" type="slidenum">
              <a:rPr lang="es-ES" smtClean="0"/>
              <a:pPr rtl="0"/>
              <a:t>6</a:t>
            </a:fld>
            <a:endParaRPr lang="es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D7BE3A1-830D-538B-0712-4D1845B84E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7866" y="3116022"/>
            <a:ext cx="6147526" cy="335054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299979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0641A2-6885-D28F-1D31-147F5F7E8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D10BAC-144F-3BCC-4F45-60FEC953E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608" y="-24062"/>
            <a:ext cx="3401992" cy="1866149"/>
          </a:xfrm>
        </p:spPr>
        <p:txBody>
          <a:bodyPr/>
          <a:lstStyle/>
          <a:p>
            <a:r>
              <a:rPr lang="es-ES" dirty="0"/>
              <a:t>Tiendas y Productos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7B717E0-0ACC-6739-8873-8ED7A5012EB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93723" y="1515977"/>
            <a:ext cx="4182289" cy="4383173"/>
          </a:xfrm>
        </p:spPr>
        <p:txBody>
          <a:bodyPr/>
          <a:lstStyle/>
          <a:p>
            <a:r>
              <a:rPr lang="es-ES" sz="1400" dirty="0">
                <a:solidFill>
                  <a:schemeClr val="bg1"/>
                </a:solidFill>
              </a:rPr>
              <a:t>Tienda con mejor rendimiento:</a:t>
            </a:r>
          </a:p>
          <a:p>
            <a:r>
              <a:rPr lang="es-ES" sz="1400" dirty="0">
                <a:solidFill>
                  <a:schemeClr val="bg1"/>
                </a:solidFill>
              </a:rPr>
              <a:t>🏆 Hell's Kitchen</a:t>
            </a:r>
          </a:p>
          <a:p>
            <a:r>
              <a:rPr lang="es-ES" sz="1400" dirty="0">
                <a:solidFill>
                  <a:schemeClr val="bg1"/>
                </a:solidFill>
              </a:rPr>
              <a:t>Categoría líder:</a:t>
            </a:r>
          </a:p>
          <a:p>
            <a:r>
              <a:rPr lang="es-ES" sz="1400" dirty="0">
                <a:solidFill>
                  <a:schemeClr val="bg1"/>
                </a:solidFill>
              </a:rPr>
              <a:t>☕ Coffee</a:t>
            </a:r>
          </a:p>
          <a:p>
            <a:r>
              <a:rPr lang="es-ES" sz="1400" dirty="0">
                <a:solidFill>
                  <a:schemeClr val="bg1"/>
                </a:solidFill>
              </a:rPr>
              <a:t>Productos estrella:</a:t>
            </a:r>
          </a:p>
          <a:p>
            <a:r>
              <a:rPr lang="es-ES" sz="1400" dirty="0">
                <a:solidFill>
                  <a:schemeClr val="bg1"/>
                </a:solidFill>
              </a:rPr>
              <a:t>⭐ Hot Chocolate</a:t>
            </a:r>
            <a:br>
              <a:rPr lang="es-ES" sz="1400" dirty="0">
                <a:solidFill>
                  <a:schemeClr val="bg1"/>
                </a:solidFill>
              </a:rPr>
            </a:br>
            <a:r>
              <a:rPr lang="es-ES" sz="1400" dirty="0">
                <a:solidFill>
                  <a:schemeClr val="bg1"/>
                </a:solidFill>
              </a:rPr>
              <a:t>⭐ Barista Espresso</a:t>
            </a:r>
          </a:p>
          <a:p>
            <a:r>
              <a:rPr lang="es-ES" sz="1400" dirty="0">
                <a:solidFill>
                  <a:schemeClr val="bg1"/>
                </a:solidFill>
              </a:rPr>
              <a:t>Interpretación:</a:t>
            </a:r>
          </a:p>
          <a:p>
            <a:r>
              <a:rPr lang="es-ES" sz="1400" dirty="0">
                <a:solidFill>
                  <a:schemeClr val="bg1"/>
                </a:solidFill>
              </a:rPr>
              <a:t>El negocio presenta un comportamiento consistente entre establecimientos y una fuerte dependencia de la categoría Coffee.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8A1E6DA-942A-676A-301E-2A292A62F5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rtl="0"/>
            <a:fld id="{EA87306C-81BA-4795-A5CA-9392456A8C1E}" type="slidenum">
              <a:rPr lang="es-ES" smtClean="0"/>
              <a:pPr rtl="0"/>
              <a:t>7</a:t>
            </a:fld>
            <a:endParaRPr lang="es-ES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F94B5FD5-EF0D-AC1A-0A91-5F801049FE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4688" y="88397"/>
            <a:ext cx="3401992" cy="22195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5D91BFA9-0CFB-DEE9-F407-1ABEA6DF9F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4688" y="2210085"/>
            <a:ext cx="4819961" cy="26816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2F0C44FE-32FC-F08C-50BF-A9388DBAA88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280"/>
          <a:stretch>
            <a:fillRect/>
          </a:stretch>
        </p:blipFill>
        <p:spPr bwMode="auto">
          <a:xfrm>
            <a:off x="6134688" y="4891722"/>
            <a:ext cx="4298650" cy="182975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49370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A12928-F247-BD01-1DAA-1E0B5957B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21FA00-6513-68F9-D35F-E51D63633F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608" y="-24062"/>
            <a:ext cx="3401992" cy="1866149"/>
          </a:xfrm>
        </p:spPr>
        <p:txBody>
          <a:bodyPr/>
          <a:lstStyle/>
          <a:p>
            <a:r>
              <a:rPr lang="es-ES" dirty="0"/>
              <a:t>Machine Learning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025A091-468C-E939-4D77-ECEF01E27EA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93723" y="1636294"/>
            <a:ext cx="4182289" cy="4383173"/>
          </a:xfrm>
        </p:spPr>
        <p:txBody>
          <a:bodyPr/>
          <a:lstStyle/>
          <a:p>
            <a:pPr marL="0" indent="0">
              <a:buNone/>
            </a:pPr>
            <a:r>
              <a:rPr lang="es-ES" sz="1400" dirty="0">
                <a:solidFill>
                  <a:schemeClr val="bg1"/>
                </a:solidFill>
              </a:rPr>
              <a:t>Se aplicaron tres técnicas analíticas:</a:t>
            </a:r>
          </a:p>
          <a:p>
            <a:r>
              <a:rPr lang="es-ES" sz="1400" b="1" dirty="0">
                <a:solidFill>
                  <a:schemeClr val="bg1"/>
                </a:solidFill>
              </a:rPr>
              <a:t>Regresión Lineal</a:t>
            </a:r>
          </a:p>
          <a:p>
            <a:r>
              <a:rPr lang="es-ES" sz="1400" dirty="0">
                <a:solidFill>
                  <a:schemeClr val="bg1"/>
                </a:solidFill>
              </a:rPr>
              <a:t>Objetivo:</a:t>
            </a:r>
            <a:br>
              <a:rPr lang="es-ES" sz="1400" dirty="0">
                <a:solidFill>
                  <a:schemeClr val="bg1"/>
                </a:solidFill>
              </a:rPr>
            </a:br>
            <a:r>
              <a:rPr lang="es-ES" sz="1400" dirty="0">
                <a:solidFill>
                  <a:schemeClr val="bg1"/>
                </a:solidFill>
              </a:rPr>
              <a:t>Predecir el importe de las ventas.</a:t>
            </a:r>
          </a:p>
          <a:p>
            <a:r>
              <a:rPr lang="es-ES" sz="1400" dirty="0">
                <a:solidFill>
                  <a:schemeClr val="bg1"/>
                </a:solidFill>
              </a:rPr>
              <a:t>Resultado:</a:t>
            </a:r>
          </a:p>
          <a:p>
            <a:r>
              <a:rPr lang="es-ES" sz="1400" dirty="0">
                <a:solidFill>
                  <a:schemeClr val="bg1"/>
                </a:solidFill>
              </a:rPr>
              <a:t>R² = 0.9383</a:t>
            </a:r>
          </a:p>
          <a:p>
            <a:r>
              <a:rPr lang="es-ES" sz="1400" dirty="0">
                <a:solidFill>
                  <a:schemeClr val="bg1"/>
                </a:solidFill>
              </a:rPr>
              <a:t>El modelo explicó aproximadamente el 94 % de la variabilidad observada.</a:t>
            </a:r>
          </a:p>
          <a:p>
            <a:r>
              <a:rPr lang="es-ES" sz="1400" b="1" dirty="0">
                <a:solidFill>
                  <a:schemeClr val="bg1"/>
                </a:solidFill>
              </a:rPr>
              <a:t>Regresión Logística</a:t>
            </a:r>
          </a:p>
          <a:p>
            <a:r>
              <a:rPr lang="es-ES" sz="1400" dirty="0">
                <a:solidFill>
                  <a:schemeClr val="bg1"/>
                </a:solidFill>
              </a:rPr>
              <a:t>Clasificación de ventas de alto valor económico.</a:t>
            </a:r>
          </a:p>
          <a:p>
            <a:r>
              <a:rPr lang="es-ES" sz="1400" dirty="0">
                <a:solidFill>
                  <a:schemeClr val="bg1"/>
                </a:solidFill>
              </a:rPr>
              <a:t>Permitió analizar los factores asociados a los tickets más elevados.</a:t>
            </a:r>
          </a:p>
          <a:p>
            <a:r>
              <a:rPr lang="es-ES" sz="1400" b="1" dirty="0">
                <a:solidFill>
                  <a:schemeClr val="bg1"/>
                </a:solidFill>
              </a:rPr>
              <a:t>K-Means</a:t>
            </a:r>
          </a:p>
          <a:p>
            <a:r>
              <a:rPr lang="es-ES" sz="1400" dirty="0">
                <a:solidFill>
                  <a:schemeClr val="bg1"/>
                </a:solidFill>
              </a:rPr>
              <a:t>Identificación de patrones de compra.</a:t>
            </a:r>
          </a:p>
          <a:p>
            <a:r>
              <a:rPr lang="es-ES" sz="1400" dirty="0">
                <a:solidFill>
                  <a:schemeClr val="bg1"/>
                </a:solidFill>
              </a:rPr>
              <a:t>Detectó comportamientos diferenciados entre clientes de mañana y de tarde, además de compras excepcionales de gran importe.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597FE51-1B09-F692-8AFC-0C115BC92A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rtl="0"/>
            <a:fld id="{EA87306C-81BA-4795-A5CA-9392456A8C1E}" type="slidenum">
              <a:rPr lang="es-ES" smtClean="0"/>
              <a:pPr rtl="0"/>
              <a:t>8</a:t>
            </a:fld>
            <a:endParaRPr lang="es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4561FA3-825A-9ED3-7413-F0C40F3360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3525" y="172844"/>
            <a:ext cx="3661272" cy="2926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B9C72848-073F-6183-0BF6-B2BB4262BC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3744" y="322745"/>
            <a:ext cx="2897359" cy="2538639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D4F41F34-7EEC-75F3-5759-15BB3D128A5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3525" y="3099743"/>
            <a:ext cx="6875707" cy="3330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219669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173335-5987-DCBC-6FA9-3AFE94C06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6CAB7C-A075-F670-77FF-22789BC18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608" y="-24062"/>
            <a:ext cx="3401992" cy="1866149"/>
          </a:xfrm>
        </p:spPr>
        <p:txBody>
          <a:bodyPr/>
          <a:lstStyle/>
          <a:p>
            <a:r>
              <a:rPr lang="es-ES" dirty="0"/>
              <a:t>Dashboard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FCB40A5-E39D-B6AE-D05E-998F77AA7CD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93723" y="1636294"/>
            <a:ext cx="4182289" cy="4383173"/>
          </a:xfrm>
        </p:spPr>
        <p:txBody>
          <a:bodyPr/>
          <a:lstStyle/>
          <a:p>
            <a:pPr marL="0" indent="0">
              <a:buNone/>
            </a:pPr>
            <a:r>
              <a:rPr lang="es-ES" sz="1400" dirty="0">
                <a:solidFill>
                  <a:schemeClr val="bg1"/>
                </a:solidFill>
              </a:rPr>
              <a:t>Se desarrolló un dashboard ejecutivo en Power BI para centralizar la información más relevante.</a:t>
            </a:r>
          </a:p>
          <a:p>
            <a:pPr marL="0" indent="0">
              <a:buNone/>
            </a:pPr>
            <a:r>
              <a:rPr lang="es-ES" sz="1400" dirty="0">
                <a:solidFill>
                  <a:schemeClr val="bg1"/>
                </a:solidFill>
              </a:rPr>
              <a:t>KPIs principales:</a:t>
            </a:r>
          </a:p>
          <a:p>
            <a:r>
              <a:rPr lang="es-ES" sz="1400" dirty="0">
                <a:solidFill>
                  <a:schemeClr val="bg1"/>
                </a:solidFill>
              </a:rPr>
              <a:t>Ventas Totales</a:t>
            </a:r>
          </a:p>
          <a:p>
            <a:r>
              <a:rPr lang="es-ES" sz="1400" dirty="0">
                <a:solidFill>
                  <a:schemeClr val="bg1"/>
                </a:solidFill>
              </a:rPr>
              <a:t>Transacciones</a:t>
            </a:r>
          </a:p>
          <a:p>
            <a:r>
              <a:rPr lang="es-ES" sz="1400" dirty="0">
                <a:solidFill>
                  <a:schemeClr val="bg1"/>
                </a:solidFill>
              </a:rPr>
              <a:t>Ticket Medio</a:t>
            </a:r>
          </a:p>
          <a:p>
            <a:r>
              <a:rPr lang="es-ES" sz="1400" dirty="0">
                <a:solidFill>
                  <a:schemeClr val="bg1"/>
                </a:solidFill>
              </a:rPr>
              <a:t>Crecimiento</a:t>
            </a:r>
          </a:p>
          <a:p>
            <a:r>
              <a:rPr lang="es-ES" sz="1400" dirty="0">
                <a:solidFill>
                  <a:schemeClr val="bg1"/>
                </a:solidFill>
              </a:rPr>
              <a:t>Mejor Tienda</a:t>
            </a:r>
          </a:p>
          <a:p>
            <a:r>
              <a:rPr lang="es-ES" sz="1400" dirty="0">
                <a:solidFill>
                  <a:schemeClr val="bg1"/>
                </a:solidFill>
              </a:rPr>
              <a:t>Categoría Líder</a:t>
            </a:r>
          </a:p>
          <a:p>
            <a:r>
              <a:rPr lang="es-ES" sz="1400" dirty="0">
                <a:solidFill>
                  <a:schemeClr val="bg1"/>
                </a:solidFill>
              </a:rPr>
              <a:t>Producto Estrella</a:t>
            </a:r>
          </a:p>
          <a:p>
            <a:r>
              <a:rPr lang="es-ES" sz="1400" dirty="0">
                <a:solidFill>
                  <a:schemeClr val="bg1"/>
                </a:solidFill>
              </a:rPr>
              <a:t>Hora Punta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9F5AD69-BDCF-2506-5E0F-81895ED4B4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rtl="0"/>
            <a:fld id="{EA87306C-81BA-4795-A5CA-9392456A8C1E}" type="slidenum">
              <a:rPr lang="es-ES" smtClean="0"/>
              <a:pPr rtl="0"/>
              <a:t>9</a:t>
            </a:fld>
            <a:endParaRPr lang="es-ES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D6893BD9-7767-6810-7CD9-5D59B6A470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08" r="641"/>
          <a:stretch>
            <a:fillRect/>
          </a:stretch>
        </p:blipFill>
        <p:spPr>
          <a:xfrm>
            <a:off x="4854992" y="854011"/>
            <a:ext cx="7009099" cy="4728631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681B047C-A4F9-D4F7-DB6B-F7C2ED35756D}"/>
              </a:ext>
            </a:extLst>
          </p:cNvPr>
          <p:cNvSpPr txBox="1"/>
          <p:nvPr/>
        </p:nvSpPr>
        <p:spPr>
          <a:xfrm>
            <a:off x="10676561" y="5137091"/>
            <a:ext cx="10800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linkClick r:id="rId3"/>
              </a:rPr>
              <a:t>Power BI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2282230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C2D6C4-CA02-75BF-4DCE-C30FA8602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ítulo 25">
            <a:extLst>
              <a:ext uri="{FF2B5EF4-FFF2-40B4-BE49-F238E27FC236}">
                <a16:creationId xmlns:a16="http://schemas.microsoft.com/office/drawing/2014/main" id="{30F4BE11-C796-F270-5159-4A5D69CD8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608" y="804862"/>
            <a:ext cx="3401992" cy="5121375"/>
          </a:xfrm>
          <a:ln>
            <a:noFill/>
          </a:ln>
        </p:spPr>
        <p:txBody>
          <a:bodyPr rtlCol="0"/>
          <a:lstStyle>
            <a:defPPr>
              <a:defRPr lang="es-ES"/>
            </a:defPPr>
          </a:lstStyle>
          <a:p>
            <a:r>
              <a:rPr lang="es-ES" dirty="0"/>
              <a:t>Conclusiones</a:t>
            </a:r>
          </a:p>
        </p:txBody>
      </p:sp>
      <p:sp>
        <p:nvSpPr>
          <p:cNvPr id="50" name="Marcador de texto 17">
            <a:extLst>
              <a:ext uri="{FF2B5EF4-FFF2-40B4-BE49-F238E27FC236}">
                <a16:creationId xmlns:a16="http://schemas.microsoft.com/office/drawing/2014/main" id="{5464E2EA-5463-34EE-7E88-8F5AB97D7E7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579338" y="804863"/>
            <a:ext cx="5716587" cy="5248276"/>
          </a:xfrm>
        </p:spPr>
        <p:txBody>
          <a:bodyPr rtlCol="0" anchor="ctr"/>
          <a:lstStyle>
            <a:defPPr>
              <a:defRPr lang="es-ES"/>
            </a:defPPr>
          </a:lstStyle>
          <a:p>
            <a:pPr marL="0" indent="0">
              <a:buNone/>
            </a:pPr>
            <a:r>
              <a:rPr lang="es-ES" sz="1600" dirty="0"/>
              <a:t>Los datos permiten responder a las preguntas de negocio planteadas.</a:t>
            </a:r>
          </a:p>
          <a:p>
            <a:pPr marL="0" indent="0">
              <a:buNone/>
            </a:pPr>
            <a:r>
              <a:rPr lang="es-ES" sz="1600" dirty="0"/>
              <a:t>Principales hallazgos:</a:t>
            </a:r>
          </a:p>
          <a:p>
            <a:pPr marL="0" indent="0">
              <a:buNone/>
            </a:pPr>
            <a:endParaRPr lang="es-ES" sz="1400" dirty="0"/>
          </a:p>
          <a:p>
            <a:r>
              <a:rPr lang="es-ES" sz="1600" dirty="0"/>
              <a:t>Las ventas crecieron un 103,8 %.</a:t>
            </a:r>
          </a:p>
          <a:p>
            <a:r>
              <a:rPr lang="es-ES" sz="1600" dirty="0"/>
              <a:t>Coffee es la principal fuente de ingresos.</a:t>
            </a:r>
          </a:p>
          <a:p>
            <a:r>
              <a:rPr lang="es-ES" sz="1600" dirty="0"/>
              <a:t>Hell's Kitchen presenta el mejor rendimiento.</a:t>
            </a:r>
          </a:p>
          <a:p>
            <a:r>
              <a:rPr lang="es-ES" sz="1600" dirty="0"/>
              <a:t>La actividad se concentra entre las 07:00 y las 10:00.</a:t>
            </a:r>
          </a:p>
          <a:p>
            <a:r>
              <a:rPr lang="es-ES" sz="1600" dirty="0"/>
              <a:t>Existen patrones diferenciados de consumo.</a:t>
            </a:r>
          </a:p>
          <a:p>
            <a:r>
              <a:rPr lang="es-ES" sz="1600" dirty="0"/>
              <a:t>Los resultados respaldan una posible expansión del negocio.</a:t>
            </a: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645E4D2-DA25-9477-02CF-FB7FEC8783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EA87306C-81BA-4795-A5CA-9392456A8C1E}" type="slidenum">
              <a:rPr lang="es-ES" smtClean="0"/>
              <a:pPr rtl="0"/>
              <a:t>10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0668210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C2F184-5D07-3933-B2F5-0FCB89CDE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ítulo 25">
            <a:extLst>
              <a:ext uri="{FF2B5EF4-FFF2-40B4-BE49-F238E27FC236}">
                <a16:creationId xmlns:a16="http://schemas.microsoft.com/office/drawing/2014/main" id="{099EB59B-52FE-7A21-83E2-8BFD1A9DAF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608" y="804862"/>
            <a:ext cx="3401992" cy="5121375"/>
          </a:xfrm>
          <a:ln>
            <a:noFill/>
          </a:ln>
        </p:spPr>
        <p:txBody>
          <a:bodyPr rtlCol="0"/>
          <a:lstStyle>
            <a:defPPr>
              <a:defRPr lang="es-ES"/>
            </a:defPPr>
          </a:lstStyle>
          <a:p>
            <a:r>
              <a:rPr lang="es-ES" dirty="0"/>
              <a:t>Recomendaciones</a:t>
            </a:r>
          </a:p>
        </p:txBody>
      </p:sp>
      <p:sp>
        <p:nvSpPr>
          <p:cNvPr id="50" name="Marcador de texto 17">
            <a:extLst>
              <a:ext uri="{FF2B5EF4-FFF2-40B4-BE49-F238E27FC236}">
                <a16:creationId xmlns:a16="http://schemas.microsoft.com/office/drawing/2014/main" id="{B801129D-D0D8-D396-4E95-B168F37BFA3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579338" y="431882"/>
            <a:ext cx="5716587" cy="5248276"/>
          </a:xfrm>
        </p:spPr>
        <p:txBody>
          <a:bodyPr rtlCol="0" anchor="ctr"/>
          <a:lstStyle>
            <a:defPPr>
              <a:defRPr lang="es-ES"/>
            </a:defPPr>
          </a:lstStyle>
          <a:p>
            <a:pPr marL="0" indent="0">
              <a:buNone/>
            </a:pPr>
            <a:r>
              <a:rPr lang="es-ES" sz="1600" dirty="0"/>
              <a:t>Recomendaciones:</a:t>
            </a:r>
          </a:p>
          <a:p>
            <a:pPr marL="0" indent="0">
              <a:buNone/>
            </a:pPr>
            <a:endParaRPr lang="es-ES" sz="1600" dirty="0"/>
          </a:p>
          <a:p>
            <a:r>
              <a:rPr lang="es-ES" sz="1400" dirty="0"/>
              <a:t>Reforzar recursos en horario punta.</a:t>
            </a:r>
          </a:p>
          <a:p>
            <a:r>
              <a:rPr lang="es-ES" sz="1400" dirty="0"/>
              <a:t>Mantener acciones sobre la franja estable de 11:00 a 17:00</a:t>
            </a:r>
            <a:r>
              <a:rPr lang="es-ES" sz="1600" dirty="0"/>
              <a:t>.</a:t>
            </a:r>
          </a:p>
          <a:p>
            <a:r>
              <a:rPr lang="es-ES" sz="1400" dirty="0"/>
              <a:t>Potenciar la categoría Coffee.</a:t>
            </a:r>
          </a:p>
          <a:p>
            <a:r>
              <a:rPr lang="es-ES" sz="1400" dirty="0"/>
              <a:t>Promocionar los productos estrella.</a:t>
            </a:r>
          </a:p>
          <a:p>
            <a:r>
              <a:rPr lang="es-ES" sz="1400" dirty="0"/>
              <a:t>Replicar prácticas exitosas de Hell's Kitchen.</a:t>
            </a:r>
          </a:p>
          <a:p>
            <a:pPr marL="0" indent="0">
              <a:buNone/>
            </a:pPr>
            <a:endParaRPr lang="es-ES" sz="1600" dirty="0"/>
          </a:p>
          <a:p>
            <a:pPr marL="0" indent="0">
              <a:buNone/>
            </a:pPr>
            <a:r>
              <a:rPr lang="es-ES" sz="1600" dirty="0"/>
              <a:t>Conclusión:</a:t>
            </a:r>
          </a:p>
          <a:p>
            <a:pPr marL="0" indent="0">
              <a:buNone/>
            </a:pPr>
            <a:endParaRPr lang="es-ES" sz="1600" dirty="0"/>
          </a:p>
          <a:p>
            <a:r>
              <a:rPr lang="es-ES" sz="1400" dirty="0"/>
              <a:t>Este proyecto demuestra cómo la combinación de SQL, Python, Power BI y Machine Learning permite transformar datos en conocimiento útil para la toma de decisiones empresariales, proporcionando evidencias que apoyan el crecimiento futuro de Hudson Brew.</a:t>
            </a: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22A35475-1D2A-6724-96F1-1737E84EA8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EA87306C-81BA-4795-A5CA-9392456A8C1E}" type="slidenum">
              <a:rPr lang="es-ES" smtClean="0"/>
              <a:pPr rtl="0"/>
              <a:t>11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1669365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8FCBAF-769A-D18E-1231-38189D50F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52E50A7F-0119-FC48-58EA-005949C1D70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rcRect t="55570" b="2777"/>
          <a:stretch>
            <a:fillRect/>
          </a:stretch>
        </p:blipFill>
        <p:spPr>
          <a:xfrm>
            <a:off x="0" y="-3"/>
            <a:ext cx="12192000" cy="6858003"/>
          </a:xfrm>
          <a:prstGeom prst="rect">
            <a:avLst/>
          </a:prstGeom>
          <a:ln>
            <a:solidFill>
              <a:srgbClr val="F5FAE8"/>
            </a:solidFill>
          </a:ln>
        </p:spPr>
      </p:pic>
      <p:sp>
        <p:nvSpPr>
          <p:cNvPr id="7" name="Título 6">
            <a:extLst>
              <a:ext uri="{FF2B5EF4-FFF2-40B4-BE49-F238E27FC236}">
                <a16:creationId xmlns:a16="http://schemas.microsoft.com/office/drawing/2014/main" id="{42DE937F-8167-2FCB-2B5E-3BE65EC75F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9909" y="2335192"/>
            <a:ext cx="9792182" cy="2187616"/>
          </a:xfrm>
          <a:ln>
            <a:solidFill>
              <a:srgbClr val="F5FAE8"/>
            </a:solidFill>
          </a:ln>
        </p:spPr>
        <p:txBody>
          <a:bodyPr rtlCol="0"/>
          <a:lstStyle>
            <a:defPPr>
              <a:defRPr lang="es-ES"/>
            </a:defPPr>
          </a:lstStyle>
          <a:p>
            <a:r>
              <a:rPr lang="es-ES" dirty="0">
                <a:solidFill>
                  <a:srgbClr val="F5FAE8"/>
                </a:solidFill>
              </a:rPr>
              <a:t>Muchas gracias</a:t>
            </a:r>
            <a:br>
              <a:rPr lang="es-ES" dirty="0">
                <a:solidFill>
                  <a:schemeClr val="accent1">
                    <a:lumMod val="10000"/>
                  </a:schemeClr>
                </a:solidFill>
              </a:rPr>
            </a:br>
            <a:endParaRPr lang="es-ES" sz="1800" dirty="0">
              <a:solidFill>
                <a:schemeClr val="accent1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3811867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alizar">
  <a:themeElements>
    <a:clrScheme name="Custom 1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B4D0E9"/>
      </a:accent1>
      <a:accent2>
        <a:srgbClr val="476977"/>
      </a:accent2>
      <a:accent3>
        <a:srgbClr val="79BBE9"/>
      </a:accent3>
      <a:accent4>
        <a:srgbClr val="6B8043"/>
      </a:accent4>
      <a:accent5>
        <a:srgbClr val="9ACF21"/>
      </a:accent5>
      <a:accent6>
        <a:srgbClr val="CFDCA5"/>
      </a:accent6>
      <a:hlink>
        <a:srgbClr val="0563C1"/>
      </a:hlink>
      <a:folHlink>
        <a:srgbClr val="954F72"/>
      </a:folHlink>
    </a:clrScheme>
    <a:fontScheme name="Custom 26">
      <a:majorFont>
        <a:latin typeface="Tenorite Bold"/>
        <a:ea typeface=""/>
        <a:cs typeface=""/>
      </a:majorFont>
      <a:minorFont>
        <a:latin typeface="Tenorite 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98630235.tgt.Office_72342546_TF16411175_Win32_OJ112380586.potx" id="{7D32358D-29A7-4C3D-BCC5-D00F529875AC}" vid="{51CE528C-CD7A-413B-80E0-336D11C9D585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F19A644-6410-4EC7-894C-877E70305DFF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5AD180A-D253-4F84-BD24-8EE736E6553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9424615-5FE5-4F43-AE24-3BC9A0532687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{AC805CCB-3CA0-4FE6-8374-1F2CB349F3CB}tf16411175_win32</Template>
  <TotalTime>101</TotalTime>
  <Words>577</Words>
  <Application>Microsoft Office PowerPoint</Application>
  <PresentationFormat>Panorámica</PresentationFormat>
  <Paragraphs>119</Paragraphs>
  <Slides>12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7" baseType="lpstr">
      <vt:lpstr>Arial</vt:lpstr>
      <vt:lpstr>Calibri</vt:lpstr>
      <vt:lpstr>Tenorite </vt:lpstr>
      <vt:lpstr>Tenorite Bold</vt:lpstr>
      <vt:lpstr>Personalizar</vt:lpstr>
      <vt:lpstr>HUDSON BREW  Análisis Integral de Ventas para la Toma de Decisiones Empresariales</vt:lpstr>
      <vt:lpstr>Objetivo General</vt:lpstr>
      <vt:lpstr>Contexto del Proyecto</vt:lpstr>
      <vt:lpstr>Arquitectura del Proyecto</vt:lpstr>
      <vt:lpstr>Principales Resultados del EDA</vt:lpstr>
      <vt:lpstr>Comportamiento de los Clientes</vt:lpstr>
      <vt:lpstr>Tiendas y Productos</vt:lpstr>
      <vt:lpstr>Machine Learning</vt:lpstr>
      <vt:lpstr>Dashboard</vt:lpstr>
      <vt:lpstr>Conclusiones</vt:lpstr>
      <vt:lpstr>Recomendaciones</vt:lpstr>
      <vt:lpstr>Muchas gracias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ELIAS HERNANDEZ BARRAL</dc:creator>
  <cp:lastModifiedBy>ELIAS HERNANDEZ BARRAL</cp:lastModifiedBy>
  <cp:revision>11</cp:revision>
  <dcterms:created xsi:type="dcterms:W3CDTF">2026-06-25T18:16:12Z</dcterms:created>
  <dcterms:modified xsi:type="dcterms:W3CDTF">2026-06-26T15:55:32Z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